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15"/>
  </p:notesMasterIdLst>
  <p:handoutMasterIdLst>
    <p:handoutMasterId r:id="rId16"/>
  </p:handoutMasterIdLst>
  <p:sldIdLst>
    <p:sldId id="1030" r:id="rId2"/>
    <p:sldId id="262" r:id="rId3"/>
    <p:sldId id="1039" r:id="rId4"/>
    <p:sldId id="1037" r:id="rId5"/>
    <p:sldId id="273" r:id="rId6"/>
    <p:sldId id="468" r:id="rId7"/>
    <p:sldId id="1040" r:id="rId8"/>
    <p:sldId id="508" r:id="rId9"/>
    <p:sldId id="1031" r:id="rId10"/>
    <p:sldId id="288" r:id="rId11"/>
    <p:sldId id="278" r:id="rId12"/>
    <p:sldId id="277" r:id="rId13"/>
    <p:sldId id="274" r:id="rId14"/>
  </p:sldIdLst>
  <p:sldSz cx="12192000" cy="6858000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844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7F7F7F"/>
    <a:srgbClr val="D9D9D9"/>
    <a:srgbClr val="F2F2F2"/>
    <a:srgbClr val="014B9D"/>
    <a:srgbClr val="316DA5"/>
    <a:srgbClr val="00319E"/>
    <a:srgbClr val="F9F9F9"/>
    <a:srgbClr val="FFFFFF"/>
    <a:srgbClr val="0140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70" autoAdjust="0"/>
  </p:normalViewPr>
  <p:slideViewPr>
    <p:cSldViewPr>
      <p:cViewPr varScale="1">
        <p:scale>
          <a:sx n="106" d="100"/>
          <a:sy n="106" d="100"/>
        </p:scale>
        <p:origin x="672" y="114"/>
      </p:cViewPr>
      <p:guideLst>
        <p:guide orient="horz" pos="2160"/>
        <p:guide pos="1844"/>
        <p:guide pos="39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403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687" cy="498966"/>
          </a:xfrm>
          <a:prstGeom prst="rect">
            <a:avLst/>
          </a:prstGeom>
        </p:spPr>
        <p:txBody>
          <a:bodyPr vert="horz" lIns="92226" tIns="46113" rIns="92226" bIns="461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322" y="0"/>
            <a:ext cx="2949686" cy="498966"/>
          </a:xfrm>
          <a:prstGeom prst="rect">
            <a:avLst/>
          </a:prstGeom>
        </p:spPr>
        <p:txBody>
          <a:bodyPr vert="horz" lIns="92226" tIns="46113" rIns="92226" bIns="46113" rtlCol="0"/>
          <a:lstStyle>
            <a:lvl1pPr algn="r">
              <a:defRPr sz="1200"/>
            </a:lvl1pPr>
          </a:lstStyle>
          <a:p>
            <a:fld id="{821C3EDB-6DD3-4AA8-B940-49B1BBEC92DA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372"/>
            <a:ext cx="2949687" cy="498966"/>
          </a:xfrm>
          <a:prstGeom prst="rect">
            <a:avLst/>
          </a:prstGeom>
        </p:spPr>
        <p:txBody>
          <a:bodyPr vert="horz" lIns="92226" tIns="46113" rIns="92226" bIns="461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322" y="9440372"/>
            <a:ext cx="2949686" cy="498966"/>
          </a:xfrm>
          <a:prstGeom prst="rect">
            <a:avLst/>
          </a:prstGeom>
        </p:spPr>
        <p:txBody>
          <a:bodyPr vert="horz" lIns="92226" tIns="46113" rIns="92226" bIns="46113" rtlCol="0" anchor="b"/>
          <a:lstStyle>
            <a:lvl1pPr algn="r">
              <a:defRPr sz="1200"/>
            </a:lvl1pPr>
          </a:lstStyle>
          <a:p>
            <a:fld id="{A9C841C7-1F3F-48E8-A9BB-D8AD70D2FB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629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099" cy="496967"/>
          </a:xfrm>
          <a:prstGeom prst="rect">
            <a:avLst/>
          </a:prstGeom>
        </p:spPr>
        <p:txBody>
          <a:bodyPr vert="horz" lIns="92226" tIns="46113" rIns="92226" bIns="461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2226" tIns="46113" rIns="92226" bIns="46113" rtlCol="0"/>
          <a:lstStyle>
            <a:lvl1pPr algn="r">
              <a:defRPr sz="1200"/>
            </a:lvl1pPr>
          </a:lstStyle>
          <a:p>
            <a:fld id="{F16FD5B2-8AD3-438F-817C-6110B2E6A792}" type="datetimeFigureOut">
              <a:rPr lang="ko-KR" altLang="en-US" smtClean="0"/>
              <a:pPr/>
              <a:t>2025-05-29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30987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26" tIns="46113" rIns="92226" bIns="4611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7"/>
            <a:ext cx="5444490" cy="4472702"/>
          </a:xfrm>
          <a:prstGeom prst="rect">
            <a:avLst/>
          </a:prstGeom>
        </p:spPr>
        <p:txBody>
          <a:bodyPr vert="horz" lIns="92226" tIns="46113" rIns="92226" bIns="4611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6"/>
            <a:ext cx="2949099" cy="496967"/>
          </a:xfrm>
          <a:prstGeom prst="rect">
            <a:avLst/>
          </a:prstGeom>
        </p:spPr>
        <p:txBody>
          <a:bodyPr vert="horz" lIns="92226" tIns="46113" rIns="92226" bIns="461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2226" tIns="46113" rIns="92226" bIns="46113" rtlCol="0" anchor="b"/>
          <a:lstStyle>
            <a:lvl1pPr algn="r">
              <a:defRPr sz="1200"/>
            </a:lvl1pPr>
          </a:lstStyle>
          <a:p>
            <a:fld id="{2E712076-A41D-41E7-9DD0-2DD50BEC6B6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34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5363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C9B48-119A-47DE-8E87-3BA55929471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수원 한돋움" panose="020B0600000101010101" pitchFamily="50" charset="-127"/>
                <a:ea typeface="한수원 한돋움" panose="020B0600000101010101" pitchFamily="50" charset="-127"/>
                <a:cs typeface="+mn-cs"/>
              </a:rPr>
              <a:pPr marL="0" marR="0" lvl="0" indent="0" algn="r" defTabSz="5363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수원 한돋움" panose="020B0600000101010101" pitchFamily="50" charset="-127"/>
              <a:ea typeface="한수원 한돋움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060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과정명</a:t>
            </a:r>
            <a:r>
              <a:rPr lang="ko-KR" altLang="en-US" dirty="0"/>
              <a:t> 글자크기 </a:t>
            </a:r>
            <a:r>
              <a:rPr lang="en-US" altLang="ko-KR" dirty="0"/>
              <a:t>/ </a:t>
            </a:r>
            <a:r>
              <a:rPr lang="ko-KR" altLang="en-US" dirty="0"/>
              <a:t>위치 변경</a:t>
            </a:r>
            <a:r>
              <a:rPr lang="en-US" altLang="ko-KR" dirty="0"/>
              <a:t>\</a:t>
            </a:r>
          </a:p>
          <a:p>
            <a:r>
              <a:rPr lang="ko-KR" altLang="en-US" dirty="0"/>
              <a:t>○ 강사소개</a:t>
            </a:r>
            <a:endParaRPr lang="en-US" altLang="ko-KR" dirty="0"/>
          </a:p>
          <a:p>
            <a:r>
              <a:rPr lang="ko-KR" altLang="en-US" dirty="0"/>
              <a:t>○ 출석점검 및 학습을 위한 주의 환기</a:t>
            </a:r>
            <a:endParaRPr lang="en-US" altLang="ko-KR" dirty="0"/>
          </a:p>
          <a:p>
            <a:r>
              <a:rPr lang="ko-KR" altLang="en-US" dirty="0"/>
              <a:t>○ 교재 및 유인물 배부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873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숫자와 목차 띄어쓰기 정렬 필요 </a:t>
            </a:r>
            <a:r>
              <a:rPr lang="en-US" altLang="ko-KR" dirty="0"/>
              <a:t>(</a:t>
            </a:r>
            <a:r>
              <a:rPr lang="ko-KR" altLang="en-US" dirty="0"/>
              <a:t>폰트사이즈 통일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390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역량</a:t>
            </a:r>
            <a:r>
              <a:rPr lang="en-US" altLang="ko-KR" dirty="0"/>
              <a:t>, Task </a:t>
            </a:r>
            <a:r>
              <a:rPr lang="ko-KR" altLang="en-US" dirty="0"/>
              <a:t>글머리 표시 </a:t>
            </a:r>
            <a:endParaRPr lang="en-US" altLang="ko-KR" dirty="0"/>
          </a:p>
          <a:p>
            <a:r>
              <a:rPr lang="ko-KR" altLang="en-US" dirty="0"/>
              <a:t>○ 강의 주제와 관련된 사건</a:t>
            </a:r>
            <a:r>
              <a:rPr lang="en-US" altLang="ko-KR" dirty="0"/>
              <a:t>, </a:t>
            </a:r>
            <a:r>
              <a:rPr lang="ko-KR" altLang="en-US" dirty="0"/>
              <a:t>사고 발생 방지를 위한 주의사항</a:t>
            </a:r>
            <a:endParaRPr lang="en-US" altLang="ko-KR" dirty="0"/>
          </a:p>
          <a:p>
            <a:r>
              <a:rPr lang="ko-KR" altLang="en-US" dirty="0"/>
              <a:t>○ 사건</a:t>
            </a:r>
            <a:r>
              <a:rPr lang="en-US" altLang="ko-KR" dirty="0"/>
              <a:t>, </a:t>
            </a:r>
            <a:r>
              <a:rPr lang="ko-KR" altLang="en-US" dirty="0"/>
              <a:t>사고 발생 시 대처방법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22264">
              <a:defRPr/>
            </a:pPr>
            <a:fld id="{809F96CD-B97F-4C47-A5DF-BAAFF72CA531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22264">
                <a:defRPr/>
              </a:pPr>
              <a:t>4</a:t>
            </a:fld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9868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 시작위치 템플릿 고정 </a:t>
            </a:r>
            <a:r>
              <a:rPr lang="en-US" altLang="ko-KR" dirty="0"/>
              <a:t>(</a:t>
            </a:r>
            <a:r>
              <a:rPr lang="ko-KR" altLang="en-US" dirty="0"/>
              <a:t>글자 크기</a:t>
            </a:r>
            <a:r>
              <a:rPr lang="en-US" altLang="ko-KR" dirty="0"/>
              <a:t>) </a:t>
            </a:r>
          </a:p>
          <a:p>
            <a:r>
              <a:rPr lang="ko-KR" altLang="en-US" dirty="0"/>
              <a:t>○ 학습목표 설명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학습목표 별 강의기법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학습목표 별 예상 소요시간 기술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556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4908">
              <a:defRPr/>
            </a:pPr>
            <a:r>
              <a:rPr lang="ko-KR" altLang="en-US" dirty="0"/>
              <a:t>학습목표 위치 </a:t>
            </a:r>
            <a:r>
              <a:rPr lang="en-US" altLang="ko-KR" dirty="0"/>
              <a:t>- </a:t>
            </a:r>
          </a:p>
          <a:p>
            <a:pPr defTabSz="954908">
              <a:defRPr/>
            </a:pPr>
            <a:r>
              <a:rPr lang="ko-KR" altLang="en-US" dirty="0"/>
              <a:t>이전 페이지</a:t>
            </a:r>
            <a:r>
              <a:rPr lang="en-US" altLang="ko-KR" dirty="0"/>
              <a:t>(</a:t>
            </a:r>
            <a:r>
              <a:rPr lang="ko-KR" altLang="en-US" dirty="0"/>
              <a:t>목차</a:t>
            </a:r>
            <a:r>
              <a:rPr lang="en-US" altLang="ko-KR" dirty="0"/>
              <a:t>) </a:t>
            </a:r>
            <a:r>
              <a:rPr lang="ko-KR" altLang="en-US" dirty="0"/>
              <a:t>학습제목</a:t>
            </a:r>
            <a:r>
              <a:rPr lang="en-US" altLang="ko-KR" dirty="0"/>
              <a:t>1 </a:t>
            </a:r>
            <a:r>
              <a:rPr lang="ko-KR" altLang="en-US" dirty="0"/>
              <a:t>과 일치 되어야 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12076-A41D-41E7-9DD0-2DD50BEC6B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464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7963" y="795338"/>
            <a:ext cx="7077075" cy="3981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○ 학습 내용</a:t>
            </a:r>
            <a:r>
              <a:rPr lang="en-US" altLang="ko-KR"/>
              <a:t>(</a:t>
            </a:r>
            <a:r>
              <a:rPr lang="ko-KR" altLang="en-US"/>
              <a:t>설명</a:t>
            </a:r>
            <a:r>
              <a:rPr lang="en-US" altLang="ko-KR"/>
              <a:t>) </a:t>
            </a:r>
            <a:r>
              <a:rPr lang="ko-KR" altLang="en-US"/>
              <a:t>요약</a:t>
            </a:r>
            <a:endParaRPr lang="en-US" altLang="ko-KR"/>
          </a:p>
          <a:p>
            <a:r>
              <a:rPr lang="en-US" altLang="ko-KR"/>
              <a:t> - </a:t>
            </a:r>
            <a:r>
              <a:rPr lang="ko-KR" altLang="en-US"/>
              <a:t>교보재 및 참고자료</a:t>
            </a:r>
            <a:r>
              <a:rPr lang="en-US" altLang="ko-KR"/>
              <a:t>, </a:t>
            </a:r>
            <a:r>
              <a:rPr lang="ko-KR" altLang="en-US"/>
              <a:t>해당페이지 제시</a:t>
            </a:r>
            <a:endParaRPr lang="en-US" altLang="ko-KR"/>
          </a:p>
          <a:p>
            <a:r>
              <a:rPr lang="en-US" altLang="ko-KR"/>
              <a:t> - PPT </a:t>
            </a:r>
            <a:r>
              <a:rPr lang="ko-KR" altLang="en-US"/>
              <a:t>페이지 당 강의 소요시간 기술</a:t>
            </a:r>
            <a:endParaRPr lang="en-US" altLang="ko-KR"/>
          </a:p>
          <a:p>
            <a:r>
              <a:rPr lang="en-US" altLang="ko-KR"/>
              <a:t> - </a:t>
            </a:r>
            <a:r>
              <a:rPr lang="ko-KR" altLang="en-US"/>
              <a:t>운전경험과 연계하여 설명</a:t>
            </a:r>
            <a:endParaRPr lang="en-US" altLang="ko-KR"/>
          </a:p>
          <a:p>
            <a:r>
              <a:rPr lang="en-US" altLang="ko-KR"/>
              <a:t> - </a:t>
            </a:r>
            <a:r>
              <a:rPr lang="ko-KR" altLang="en-US"/>
              <a:t>다음 학습목표로 넘어가기 전 요약 정리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731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2264">
              <a:defRPr/>
            </a:pPr>
            <a:r>
              <a:rPr lang="ko-KR" altLang="en-US" dirty="0"/>
              <a:t>이전 페이지</a:t>
            </a:r>
            <a:r>
              <a:rPr lang="en-US" altLang="ko-KR" dirty="0"/>
              <a:t>(</a:t>
            </a:r>
            <a:r>
              <a:rPr lang="ko-KR" altLang="en-US" dirty="0"/>
              <a:t>목차</a:t>
            </a:r>
            <a:r>
              <a:rPr lang="en-US" altLang="ko-KR" dirty="0"/>
              <a:t>) </a:t>
            </a:r>
            <a:r>
              <a:rPr lang="ko-KR" altLang="en-US" dirty="0"/>
              <a:t>학습제목</a:t>
            </a:r>
            <a:r>
              <a:rPr lang="en-US" altLang="ko-KR" dirty="0"/>
              <a:t>1 </a:t>
            </a:r>
            <a:r>
              <a:rPr lang="ko-KR" altLang="en-US" dirty="0"/>
              <a:t>과 일치 되어야 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22264">
              <a:defRPr/>
            </a:pPr>
            <a:fld id="{2E712076-A41D-41E7-9DD0-2DD50BEC6B62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22264">
                <a:defRPr/>
              </a:pPr>
              <a:t>9</a:t>
            </a:fld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9847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○ 학습목표에 따른 강의내용 요약</a:t>
            </a:r>
            <a:endParaRPr lang="en-US" altLang="ko-KR"/>
          </a:p>
          <a:p>
            <a:r>
              <a:rPr lang="ko-KR" altLang="en-US"/>
              <a:t>○ 평가방법 제시</a:t>
            </a:r>
            <a:endParaRPr lang="en-US" altLang="ko-KR"/>
          </a:p>
          <a:p>
            <a:r>
              <a:rPr lang="ko-KR" altLang="en-US"/>
              <a:t>○ 추가학습에 필요한 자료 및 내용 제시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10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735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11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303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30987" cy="37290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○ 이해도 점검을 위한 질문 기술</a:t>
            </a:r>
            <a:endParaRPr lang="en-US" altLang="ko-KR"/>
          </a:p>
          <a:p>
            <a:r>
              <a:rPr lang="ko-KR" altLang="en-US"/>
              <a:t>○ 교육생 질의에 대한 답변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96CD-B97F-4C47-A5DF-BAAFF72CA531}" type="slidenum">
              <a:rPr lang="ko-KR" altLang="en-US" smtClean="0">
                <a:solidFill>
                  <a:prstClr val="black"/>
                </a:solidFill>
              </a:rPr>
              <a:pPr/>
              <a:t>12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401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-391640" y="-1094742"/>
            <a:ext cx="11992131" cy="9207342"/>
            <a:chOff x="-293730" y="-1094742"/>
            <a:chExt cx="8994098" cy="9207342"/>
          </a:xfrm>
        </p:grpSpPr>
        <p:sp>
          <p:nvSpPr>
            <p:cNvPr id="10" name="평행 사변형 9"/>
            <p:cNvSpPr/>
            <p:nvPr userDrawn="1"/>
          </p:nvSpPr>
          <p:spPr>
            <a:xfrm>
              <a:off x="3173688" y="0"/>
              <a:ext cx="4372548" cy="2128603"/>
            </a:xfrm>
            <a:prstGeom prst="parallelogram">
              <a:avLst/>
            </a:prstGeom>
            <a:solidFill>
              <a:srgbClr val="005696"/>
            </a:solidFill>
            <a:ln>
              <a:noFill/>
            </a:ln>
            <a:effectLst>
              <a:outerShdw blurRad="1270000" dir="4860000" sx="68000" sy="68000" algn="l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4" name="평행 사변형 13"/>
            <p:cNvSpPr/>
            <p:nvPr userDrawn="1"/>
          </p:nvSpPr>
          <p:spPr>
            <a:xfrm>
              <a:off x="1914513" y="-1"/>
              <a:ext cx="5002135" cy="2128603"/>
            </a:xfrm>
            <a:prstGeom prst="parallelogram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outerShdw blurRad="1270000" dist="38100" dir="9360000" sx="103000" sy="103000" algn="l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5" name="평행 사변형 14"/>
            <p:cNvSpPr/>
            <p:nvPr userDrawn="1"/>
          </p:nvSpPr>
          <p:spPr>
            <a:xfrm>
              <a:off x="1518253" y="719529"/>
              <a:ext cx="2186924" cy="1743268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  <a:effectLst>
              <a:outerShdw blurRad="1270000" dist="38100" dir="9360000" sx="103000" sy="103000" algn="l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6" name="원호 15"/>
            <p:cNvSpPr/>
            <p:nvPr userDrawn="1"/>
          </p:nvSpPr>
          <p:spPr>
            <a:xfrm rot="16468279">
              <a:off x="96450" y="-491317"/>
              <a:ext cx="8213737" cy="8994098"/>
            </a:xfrm>
            <a:prstGeom prst="arc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3200">
                    <a:srgbClr val="FBFCFE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7" name="원호 16"/>
            <p:cNvSpPr/>
            <p:nvPr userDrawn="1"/>
          </p:nvSpPr>
          <p:spPr>
            <a:xfrm rot="1800000">
              <a:off x="2278259" y="-1094742"/>
              <a:ext cx="3711465" cy="4064079"/>
            </a:xfrm>
            <a:prstGeom prst="arc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3200">
                    <a:srgbClr val="FBFCFE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8" name="원호 17"/>
            <p:cNvSpPr/>
            <p:nvPr userDrawn="1"/>
          </p:nvSpPr>
          <p:spPr>
            <a:xfrm rot="20886959">
              <a:off x="2486837" y="-34694"/>
              <a:ext cx="3711465" cy="4064079"/>
            </a:xfrm>
            <a:prstGeom prst="arc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3200">
                    <a:srgbClr val="FBFCFE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9" name="원호 18"/>
            <p:cNvSpPr/>
            <p:nvPr userDrawn="1"/>
          </p:nvSpPr>
          <p:spPr>
            <a:xfrm rot="10000697">
              <a:off x="183333" y="894827"/>
              <a:ext cx="5621375" cy="6155443"/>
            </a:xfrm>
            <a:prstGeom prst="arc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85000">
                    <a:srgbClr val="D9D9D9"/>
                  </a:gs>
                  <a:gs pos="19000">
                    <a:srgbClr val="DEE0E2"/>
                  </a:gs>
                  <a:gs pos="53200">
                    <a:schemeClr val="bg1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black"/>
                </a:solidFill>
              </a:endParaRPr>
            </a:p>
          </p:txBody>
        </p:sp>
      </p:grpSp>
      <p:sp>
        <p:nvSpPr>
          <p:cNvPr id="20" name="슬라이드 번호 개체 틀 1">
            <a:extLst>
              <a:ext uri="{FF2B5EF4-FFF2-40B4-BE49-F238E27FC236}">
                <a16:creationId xmlns:a16="http://schemas.microsoft.com/office/drawing/2014/main" id="{28F3172A-18E1-4046-8FAD-55766573D5B4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39EF267-D11A-4D3D-97F5-AB0049D976E8}"/>
              </a:ext>
            </a:extLst>
          </p:cNvPr>
          <p:cNvGrpSpPr/>
          <p:nvPr userDrawn="1"/>
        </p:nvGrpSpPr>
        <p:grpSpPr>
          <a:xfrm>
            <a:off x="10167726" y="6403147"/>
            <a:ext cx="1734687" cy="454853"/>
            <a:chOff x="7331953" y="179338"/>
            <a:chExt cx="1734687" cy="41531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793E9BB-885F-47D3-AB00-1C21487F9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07A574-0D40-4A89-8DAC-D97A0D196E00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635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" y="1757"/>
            <a:ext cx="2525487" cy="6856243"/>
          </a:xfrm>
          <a:prstGeom prst="rect">
            <a:avLst/>
          </a:prstGeom>
          <a:gradFill flip="none" rotWithShape="1">
            <a:gsLst>
              <a:gs pos="0">
                <a:srgbClr val="1C1B1F"/>
              </a:gs>
              <a:gs pos="100000">
                <a:schemeClr val="tx2">
                  <a:lumMod val="50000"/>
                  <a:alpha val="9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cxnSp>
        <p:nvCxnSpPr>
          <p:cNvPr id="4" name="직선 연결선 3"/>
          <p:cNvCxnSpPr/>
          <p:nvPr userDrawn="1"/>
        </p:nvCxnSpPr>
        <p:spPr>
          <a:xfrm flipV="1">
            <a:off x="1542128" y="2046296"/>
            <a:ext cx="2240499" cy="2054236"/>
          </a:xfrm>
          <a:prstGeom prst="line">
            <a:avLst/>
          </a:prstGeom>
          <a:ln w="3175">
            <a:solidFill>
              <a:schemeClr val="bg1">
                <a:alpha val="1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417064" y="532092"/>
            <a:ext cx="1108662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>
          <a:xfrm flipV="1">
            <a:off x="-1167640" y="1662706"/>
            <a:ext cx="2240499" cy="2054236"/>
          </a:xfrm>
          <a:prstGeom prst="line">
            <a:avLst/>
          </a:prstGeom>
          <a:ln w="3175">
            <a:solidFill>
              <a:schemeClr val="bg1">
                <a:alpha val="1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 flipV="1">
            <a:off x="-483695" y="5830882"/>
            <a:ext cx="2240499" cy="2054236"/>
          </a:xfrm>
          <a:prstGeom prst="line">
            <a:avLst/>
          </a:prstGeom>
          <a:ln w="3175">
            <a:solidFill>
              <a:schemeClr val="bg1">
                <a:alpha val="1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-1120250" y="-530648"/>
            <a:ext cx="2240499" cy="2054236"/>
          </a:xfrm>
          <a:prstGeom prst="line">
            <a:avLst/>
          </a:prstGeom>
          <a:ln w="3175">
            <a:solidFill>
              <a:schemeClr val="bg1">
                <a:alpha val="1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"/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B70B9C6E-C8CC-47D9-BC5D-4DBD1E5AFA86}"/>
              </a:ext>
            </a:extLst>
          </p:cNvPr>
          <p:cNvSpPr txBox="1">
            <a:spLocks/>
          </p:cNvSpPr>
          <p:nvPr userDrawn="1"/>
        </p:nvSpPr>
        <p:spPr>
          <a:xfrm>
            <a:off x="623392" y="659341"/>
            <a:ext cx="1581318" cy="3447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/>
        </p:spPr>
        <p:txBody>
          <a:bodyPr vert="horz" wrap="square" lIns="0" tIns="0" rIns="0" bIns="0" rtlCol="0" anchor="ctr">
            <a:spAutoFit/>
            <a:sp3d prstMaterial="softEdge">
              <a:bevelT w="1270" h="1270"/>
              <a:contourClr>
                <a:schemeClr val="accent4">
                  <a:alpha val="95000"/>
                </a:schemeClr>
              </a:contourClr>
            </a:sp3d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400" b="1" kern="1200" spc="-100" baseline="0" dirty="0">
                <a:ln>
                  <a:prstDash val="solid"/>
                </a:ln>
                <a:solidFill>
                  <a:srgbClr val="0070C0"/>
                </a:solidFill>
                <a:effectLst/>
                <a:latin typeface="Tahoma" pitchFamily="34" charset="0"/>
                <a:ea typeface="-윤고딕150" pitchFamily="18" charset="-127"/>
                <a:cs typeface="Tahoma" pitchFamily="34" charset="0"/>
              </a:defRPr>
            </a:lvl1pPr>
          </a:lstStyle>
          <a:p>
            <a:pPr defTabSz="995690">
              <a:lnSpc>
                <a:spcPct val="80000"/>
              </a:lnSpc>
              <a:tabLst>
                <a:tab pos="177800" algn="l"/>
                <a:tab pos="803275" algn="l"/>
              </a:tabLst>
            </a:pPr>
            <a:r>
              <a:rPr lang="ko-KR" altLang="en-US" sz="2800" dirty="0">
                <a:solidFill>
                  <a:prstClr val="white">
                    <a:lumMod val="85000"/>
                  </a:prstClr>
                </a:solidFill>
                <a:latin typeface="+mj-lt"/>
                <a:ea typeface="HY견고딕" panose="02030600000101010101" pitchFamily="18" charset="-127"/>
              </a:rPr>
              <a:t>학습목표</a:t>
            </a:r>
            <a:endParaRPr lang="en-US" sz="2800" dirty="0">
              <a:solidFill>
                <a:prstClr val="white">
                  <a:lumMod val="85000"/>
                </a:prstClr>
              </a:solidFill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DAFB165-3201-4CF9-928D-BCE19A87F1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56408" y="600088"/>
            <a:ext cx="8712200" cy="5565195"/>
          </a:xfrm>
        </p:spPr>
        <p:txBody>
          <a:bodyPr/>
          <a:lstStyle>
            <a:lvl1pPr marL="361950" indent="-361950">
              <a:lnSpc>
                <a:spcPct val="200000"/>
              </a:lnSpc>
              <a:buFont typeface="+mj-lt"/>
              <a:buAutoNum type="arabicPeriod"/>
              <a:defRPr sz="2400"/>
            </a:lvl1pPr>
            <a:lvl2pPr marL="971550" indent="-514350">
              <a:buFont typeface="+mj-lt"/>
              <a:buAutoNum type="arabicPeriod"/>
              <a:defRPr sz="2400"/>
            </a:lvl2pPr>
            <a:lvl3pPr marL="1371600" indent="-457200">
              <a:buFont typeface="+mj-lt"/>
              <a:buAutoNum type="arabicPeriod"/>
              <a:defRPr sz="2400"/>
            </a:lvl3pPr>
            <a:lvl4pPr marL="1828800" indent="-457200">
              <a:lnSpc>
                <a:spcPct val="200000"/>
              </a:lnSpc>
              <a:buFont typeface="+mj-lt"/>
              <a:buAutoNum type="arabicPeriod"/>
              <a:defRPr sz="2400"/>
            </a:lvl4pPr>
            <a:lvl5pPr marL="2286000" indent="-457200">
              <a:buFont typeface="+mj-lt"/>
              <a:buAutoNum type="arabicPeriod"/>
              <a:defRPr sz="2400"/>
            </a:lvl5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  <a:p>
            <a:pPr lvl="0"/>
            <a:r>
              <a:rPr lang="ko-KR" altLang="en-US" dirty="0"/>
              <a:t>마스터 텍스트</a:t>
            </a:r>
            <a:endParaRPr lang="en-US" altLang="ko-KR" dirty="0"/>
          </a:p>
          <a:p>
            <a:pPr lvl="0"/>
            <a:r>
              <a:rPr lang="ko-KR" altLang="en-US" dirty="0" err="1"/>
              <a:t>마스터텍스트</a:t>
            </a:r>
            <a:endParaRPr lang="en-US" altLang="ko-KR" dirty="0"/>
          </a:p>
          <a:p>
            <a:pPr lvl="0"/>
            <a:endParaRPr lang="ko-KR" altLang="en-US" dirty="0"/>
          </a:p>
          <a:p>
            <a:pPr lvl="3"/>
            <a:endParaRPr lang="en-US" altLang="ko-KR" dirty="0"/>
          </a:p>
          <a:p>
            <a:pPr lvl="3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78F3FD7-F38C-4DC6-A490-2390C278C456}"/>
              </a:ext>
            </a:extLst>
          </p:cNvPr>
          <p:cNvGrpSpPr/>
          <p:nvPr userDrawn="1"/>
        </p:nvGrpSpPr>
        <p:grpSpPr>
          <a:xfrm>
            <a:off x="10167726" y="6403147"/>
            <a:ext cx="1734687" cy="454853"/>
            <a:chOff x="7331953" y="179338"/>
            <a:chExt cx="1734687" cy="41531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D5E0A6A2-B894-43F3-B195-D14B63ACB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C9C2C38-2D9E-402B-B861-FB8B8AD03F99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118333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264481" y="116632"/>
            <a:ext cx="9511457" cy="536332"/>
          </a:xfrm>
        </p:spPr>
        <p:txBody>
          <a:bodyPr>
            <a:normAutofit/>
          </a:bodyPr>
          <a:lstStyle>
            <a:lvl1pPr>
              <a:defRPr sz="2400" b="1" spc="-100" baseline="0">
                <a:solidFill>
                  <a:srgbClr val="00B0F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-31985" y="652965"/>
            <a:ext cx="12223985" cy="62716"/>
            <a:chOff x="-56644" y="730068"/>
            <a:chExt cx="4345423" cy="45719"/>
          </a:xfrm>
          <a:effectLst/>
        </p:grpSpPr>
        <p:sp>
          <p:nvSpPr>
            <p:cNvPr id="5" name="평행 사변형 4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평행 사변형 5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평행 사변형 6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4B29D1-8ECF-4AE6-A1C8-CF810CEE69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437" y="846139"/>
            <a:ext cx="11294171" cy="5694196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v"/>
              <a:defRPr sz="2000" b="1">
                <a:latin typeface="+mn-ea"/>
                <a:ea typeface="+mn-ea"/>
              </a:defRPr>
            </a:lvl1pPr>
            <a:lvl2pPr marL="7429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ü"/>
              <a:defRPr sz="1800"/>
            </a:lvl3pPr>
          </a:lstStyle>
          <a:p>
            <a:pPr lvl="0"/>
            <a:r>
              <a:rPr lang="ko-KR" altLang="en-US" dirty="0"/>
              <a:t> 마스터 텍스트 스타일 편집 </a:t>
            </a:r>
            <a:r>
              <a:rPr lang="en-US" altLang="ko-KR" dirty="0"/>
              <a:t>1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A887C070-7191-49B9-A201-BADDE72B5ACA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9F005E8-742E-4A9A-8C1E-516872E66DAB}"/>
              </a:ext>
            </a:extLst>
          </p:cNvPr>
          <p:cNvGrpSpPr/>
          <p:nvPr userDrawn="1"/>
        </p:nvGrpSpPr>
        <p:grpSpPr>
          <a:xfrm>
            <a:off x="10397150" y="201475"/>
            <a:ext cx="1734687" cy="415314"/>
            <a:chOff x="7331953" y="179338"/>
            <a:chExt cx="1734687" cy="41531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FA21864-9D29-4784-8D3F-7F6CC49D6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BA3267-CB6F-429F-8561-7BF3774BA160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303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264481" y="116632"/>
            <a:ext cx="9511457" cy="536332"/>
          </a:xfrm>
        </p:spPr>
        <p:txBody>
          <a:bodyPr>
            <a:normAutofit/>
          </a:bodyPr>
          <a:lstStyle>
            <a:lvl1pPr>
              <a:defRPr sz="2400" b="1" spc="-100" baseline="0">
                <a:solidFill>
                  <a:srgbClr val="00B0F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-31985" y="652965"/>
            <a:ext cx="12223985" cy="62716"/>
            <a:chOff x="-56644" y="730068"/>
            <a:chExt cx="4345423" cy="45719"/>
          </a:xfrm>
          <a:effectLst/>
        </p:grpSpPr>
        <p:sp>
          <p:nvSpPr>
            <p:cNvPr id="5" name="평행 사변형 4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평행 사변형 5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평행 사변형 6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4B29D1-8ECF-4AE6-A1C8-CF810CEE69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590" y="836711"/>
            <a:ext cx="11150001" cy="5703623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v"/>
              <a:defRPr sz="2000" b="1"/>
            </a:lvl1pPr>
            <a:lvl2pPr marL="7429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/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§"/>
              <a:defRPr sz="1800"/>
            </a:lvl3pPr>
          </a:lstStyle>
          <a:p>
            <a:pPr lvl="0"/>
            <a:r>
              <a:rPr lang="ko-KR" altLang="en-US" dirty="0"/>
              <a:t> 마스터 텍스트 스타일 편집 </a:t>
            </a:r>
            <a:r>
              <a:rPr lang="en-US" altLang="ko-KR" dirty="0"/>
              <a:t>2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E727B9DE-0141-4527-B573-9566F5265D99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CD318C7-BE8E-4855-B025-D803CDB61B1C}"/>
              </a:ext>
            </a:extLst>
          </p:cNvPr>
          <p:cNvGrpSpPr/>
          <p:nvPr userDrawn="1"/>
        </p:nvGrpSpPr>
        <p:grpSpPr>
          <a:xfrm>
            <a:off x="10397150" y="201475"/>
            <a:ext cx="1734687" cy="415314"/>
            <a:chOff x="7331953" y="179338"/>
            <a:chExt cx="1734687" cy="41531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0363C08-CB47-4559-B8FF-D26BC98DB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F0DD79-8783-4416-822B-D7D6E1BEAFA3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715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264481" y="116632"/>
            <a:ext cx="9511457" cy="536332"/>
          </a:xfrm>
        </p:spPr>
        <p:txBody>
          <a:bodyPr>
            <a:normAutofit/>
          </a:bodyPr>
          <a:lstStyle>
            <a:lvl1pPr>
              <a:defRPr sz="2400" b="1" spc="-100" baseline="0">
                <a:solidFill>
                  <a:srgbClr val="00B0F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-31985" y="652965"/>
            <a:ext cx="12223985" cy="62716"/>
            <a:chOff x="-56644" y="730068"/>
            <a:chExt cx="4345423" cy="45719"/>
          </a:xfrm>
          <a:effectLst/>
        </p:grpSpPr>
        <p:sp>
          <p:nvSpPr>
            <p:cNvPr id="5" name="평행 사변형 4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평행 사변형 5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평행 사변형 6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4B29D1-8ECF-4AE6-A1C8-CF810CEE69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480" y="836711"/>
            <a:ext cx="11160111" cy="5703623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 sz="2000" b="1">
                <a:latin typeface="+mn-ea"/>
                <a:ea typeface="+mn-ea"/>
              </a:defRPr>
            </a:lvl1pPr>
            <a:lvl2pPr marL="7429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/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§"/>
              <a:defRPr sz="1800"/>
            </a:lvl3pPr>
          </a:lstStyle>
          <a:p>
            <a:pPr lvl="0"/>
            <a:r>
              <a:rPr lang="ko-KR" altLang="en-US" dirty="0"/>
              <a:t> 마스터 텍스트 스타일 편집 </a:t>
            </a:r>
            <a:r>
              <a:rPr lang="en-US" altLang="ko-KR" dirty="0"/>
              <a:t>3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41DF3CDB-1585-44AF-8E29-1E86844C6661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96769C3-6895-465C-B228-2C094F4EB4B7}"/>
              </a:ext>
            </a:extLst>
          </p:cNvPr>
          <p:cNvGrpSpPr/>
          <p:nvPr userDrawn="1"/>
        </p:nvGrpSpPr>
        <p:grpSpPr>
          <a:xfrm>
            <a:off x="10397150" y="201475"/>
            <a:ext cx="1734687" cy="415314"/>
            <a:chOff x="7331953" y="179338"/>
            <a:chExt cx="1734687" cy="41531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5939DC04-0774-4A6E-8979-49065A8C2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E186F98-4357-479F-8C6B-82B22D623CA4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160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264481" y="116632"/>
            <a:ext cx="9511457" cy="536332"/>
          </a:xfrm>
        </p:spPr>
        <p:txBody>
          <a:bodyPr>
            <a:normAutofit/>
          </a:bodyPr>
          <a:lstStyle>
            <a:lvl1pPr>
              <a:defRPr sz="2400" b="1" spc="-100" baseline="0">
                <a:solidFill>
                  <a:srgbClr val="00B0F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-31985" y="652965"/>
            <a:ext cx="12223985" cy="62716"/>
            <a:chOff x="-56644" y="730068"/>
            <a:chExt cx="4345423" cy="45719"/>
          </a:xfrm>
          <a:effectLst/>
        </p:grpSpPr>
        <p:sp>
          <p:nvSpPr>
            <p:cNvPr id="5" name="평행 사변형 4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평행 사변형 5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평행 사변형 6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4B29D1-8ECF-4AE6-A1C8-CF810CEE69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8681" y="836711"/>
            <a:ext cx="11279927" cy="5589489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 sz="2000" b="1">
                <a:latin typeface="+mn-ea"/>
                <a:ea typeface="+mn-ea"/>
              </a:defRPr>
            </a:lvl1pPr>
            <a:lvl2pPr marL="7429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/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ü"/>
              <a:defRPr sz="1800"/>
            </a:lvl3pPr>
          </a:lstStyle>
          <a:p>
            <a:pPr lvl="0"/>
            <a:r>
              <a:rPr lang="ko-KR" altLang="en-US" dirty="0"/>
              <a:t> 마스터 텍스트 스타일 편집 </a:t>
            </a:r>
            <a:r>
              <a:rPr lang="en-US" altLang="ko-KR" dirty="0"/>
              <a:t>4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E731C774-1AA7-4A88-BD6F-5D3457963007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89FA9E4-2B1F-4E98-91F7-47F25ADDB6A4}"/>
              </a:ext>
            </a:extLst>
          </p:cNvPr>
          <p:cNvGrpSpPr/>
          <p:nvPr userDrawn="1"/>
        </p:nvGrpSpPr>
        <p:grpSpPr>
          <a:xfrm>
            <a:off x="10397150" y="201475"/>
            <a:ext cx="1734687" cy="415314"/>
            <a:chOff x="7331953" y="179338"/>
            <a:chExt cx="1734687" cy="41531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97393F4-0392-4D06-970C-4766E90DB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7E0C918-5F7C-4B70-8E7C-B27A3E555D48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14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od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 flipV="1">
            <a:off x="1542128" y="2046296"/>
            <a:ext cx="2240499" cy="2054236"/>
          </a:xfrm>
          <a:prstGeom prst="line">
            <a:avLst/>
          </a:prstGeom>
          <a:ln w="3175">
            <a:solidFill>
              <a:schemeClr val="bg1">
                <a:alpha val="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>
          <a:xfrm flipV="1">
            <a:off x="-1167640" y="1662706"/>
            <a:ext cx="2240499" cy="2054236"/>
          </a:xfrm>
          <a:prstGeom prst="line">
            <a:avLst/>
          </a:prstGeom>
          <a:ln w="3175">
            <a:solidFill>
              <a:schemeClr val="bg1">
                <a:alpha val="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 flipV="1">
            <a:off x="-483695" y="5830882"/>
            <a:ext cx="2240499" cy="2054236"/>
          </a:xfrm>
          <a:prstGeom prst="line">
            <a:avLst/>
          </a:prstGeom>
          <a:ln w="3175">
            <a:solidFill>
              <a:schemeClr val="bg1">
                <a:alpha val="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-1120250" y="-530648"/>
            <a:ext cx="2240499" cy="2054236"/>
          </a:xfrm>
          <a:prstGeom prst="line">
            <a:avLst/>
          </a:prstGeom>
          <a:ln w="3175">
            <a:solidFill>
              <a:schemeClr val="bg1">
                <a:alpha val="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1">
            <a:extLst>
              <a:ext uri="{FF2B5EF4-FFF2-40B4-BE49-F238E27FC236}">
                <a16:creationId xmlns:a16="http://schemas.microsoft.com/office/drawing/2014/main" id="{63F2844A-CF2F-40CF-B526-A607082E7B61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64DC4A8-7360-4193-9D17-6C13A265819C}"/>
              </a:ext>
            </a:extLst>
          </p:cNvPr>
          <p:cNvGrpSpPr/>
          <p:nvPr userDrawn="1"/>
        </p:nvGrpSpPr>
        <p:grpSpPr>
          <a:xfrm>
            <a:off x="10167726" y="6403147"/>
            <a:ext cx="1734687" cy="454853"/>
            <a:chOff x="7331953" y="179338"/>
            <a:chExt cx="1734687" cy="41531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A8D93A3-0945-4034-8E2F-4AD9F4144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3716F3-BB0B-413B-A0BE-3B81C5E1C19F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8669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BC56E373-86CE-4F81-8779-746DC50E420A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369432-43EF-44A6-B18F-3367274E7041}"/>
              </a:ext>
            </a:extLst>
          </p:cNvPr>
          <p:cNvSpPr txBox="1"/>
          <p:nvPr userDrawn="1"/>
        </p:nvSpPr>
        <p:spPr>
          <a:xfrm>
            <a:off x="6228082" y="2831275"/>
            <a:ext cx="11175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  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21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05FC42DD-92DF-4C24-8B5F-5F9C496E77AB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1900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mary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264480" y="-241846"/>
            <a:ext cx="10515600" cy="1325563"/>
          </a:xfrm>
        </p:spPr>
        <p:txBody>
          <a:bodyPr>
            <a:normAutofit/>
          </a:bodyPr>
          <a:lstStyle>
            <a:lvl1pPr>
              <a:defRPr sz="2400" b="1" spc="-100" baseline="0">
                <a:solidFill>
                  <a:srgbClr val="00B0F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-31985" y="652965"/>
            <a:ext cx="12321956" cy="45719"/>
            <a:chOff x="-56644" y="730068"/>
            <a:chExt cx="4345423" cy="45719"/>
          </a:xfrm>
          <a:effectLst/>
        </p:grpSpPr>
        <p:sp>
          <p:nvSpPr>
            <p:cNvPr id="5" name="평행 사변형 4"/>
            <p:cNvSpPr/>
            <p:nvPr/>
          </p:nvSpPr>
          <p:spPr>
            <a:xfrm>
              <a:off x="210392" y="730068"/>
              <a:ext cx="2349927" cy="45719"/>
            </a:xfrm>
            <a:prstGeom prst="parallelogram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6" name="평행 사변형 5"/>
            <p:cNvSpPr/>
            <p:nvPr/>
          </p:nvSpPr>
          <p:spPr>
            <a:xfrm>
              <a:off x="2059489" y="730068"/>
              <a:ext cx="2229290" cy="45719"/>
            </a:xfrm>
            <a:prstGeom prst="parallelogram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평행 사변형 6"/>
            <p:cNvSpPr/>
            <p:nvPr/>
          </p:nvSpPr>
          <p:spPr>
            <a:xfrm>
              <a:off x="-56644" y="730068"/>
              <a:ext cx="291312" cy="45719"/>
            </a:xfrm>
            <a:prstGeom prst="parallelogram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52D53854-9346-41EB-9DD0-E594FCC65E08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55EA729-AF87-4920-AD69-877994F84068}"/>
              </a:ext>
            </a:extLst>
          </p:cNvPr>
          <p:cNvGrpSpPr/>
          <p:nvPr userDrawn="1"/>
        </p:nvGrpSpPr>
        <p:grpSpPr>
          <a:xfrm>
            <a:off x="10397150" y="201475"/>
            <a:ext cx="1734687" cy="415314"/>
            <a:chOff x="7331953" y="179338"/>
            <a:chExt cx="1734687" cy="415314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4E9BE4A5-E0D3-4D6C-93D2-0D47CB1CF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1953" y="179338"/>
              <a:ext cx="1662011" cy="15946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C614FD-CC67-4F49-9DC3-3CF289949A7D}"/>
                </a:ext>
              </a:extLst>
            </p:cNvPr>
            <p:cNvSpPr txBox="1"/>
            <p:nvPr/>
          </p:nvSpPr>
          <p:spPr>
            <a:xfrm>
              <a:off x="7504074" y="317654"/>
              <a:ext cx="156256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spc="600" dirty="0">
                  <a:solidFill>
                    <a:srgbClr val="014B9D"/>
                  </a:solidFill>
                  <a:latin typeface="한수원 한돋움 Bold" pitchFamily="50" charset="-127"/>
                  <a:ea typeface="한수원 한돋움 Bold" pitchFamily="50" charset="-127"/>
                </a:rPr>
                <a:t>인재개발원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14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ACC1E23-2102-4234-9FEF-E6EA9129F7E8}"/>
              </a:ext>
            </a:extLst>
          </p:cNvPr>
          <p:cNvSpPr txBox="1">
            <a:spLocks/>
          </p:cNvSpPr>
          <p:nvPr userDrawn="1"/>
        </p:nvSpPr>
        <p:spPr>
          <a:xfrm>
            <a:off x="11687596" y="6453336"/>
            <a:ext cx="6731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auto" latinLnBrk="1">
              <a:spcBef>
                <a:spcPts val="0"/>
              </a:spcBef>
              <a:spcAft>
                <a:spcPts val="0"/>
              </a:spcAft>
              <a:defRPr kumimoji="0" sz="12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fld id="{37B76BDF-D675-4A69-A79E-6194B837EA49}" type="slidenum">
              <a:rPr lang="ko-KR" altLang="en-US" sz="1200" smtClean="0"/>
              <a:pPr/>
              <a:t>‹#›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21281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72800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DA4300CD-0301-480C-BBFA-A58F2FF8E3C1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내용 개체 틀 5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6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79" r:id="rId3"/>
    <p:sldLayoutId id="2147483708" r:id="rId4"/>
    <p:sldLayoutId id="2147483709" r:id="rId5"/>
    <p:sldLayoutId id="2147483710" r:id="rId6"/>
    <p:sldLayoutId id="2147483680" r:id="rId7"/>
    <p:sldLayoutId id="2147483698" r:id="rId8"/>
    <p:sldLayoutId id="2147483706" r:id="rId9"/>
    <p:sldLayoutId id="2147483707" r:id="rId10"/>
    <p:sldLayoutId id="2147483700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589055A-AB5A-4C9F-9204-9F2503234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412926"/>
              </p:ext>
            </p:extLst>
          </p:nvPr>
        </p:nvGraphicFramePr>
        <p:xfrm>
          <a:off x="361606" y="537400"/>
          <a:ext cx="11476180" cy="217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2055">
                  <a:extLst>
                    <a:ext uri="{9D8B030D-6E8A-4147-A177-3AD203B41FA5}">
                      <a16:colId xmlns:a16="http://schemas.microsoft.com/office/drawing/2014/main" val="1376142059"/>
                    </a:ext>
                  </a:extLst>
                </a:gridCol>
                <a:gridCol w="1906663">
                  <a:extLst>
                    <a:ext uri="{9D8B030D-6E8A-4147-A177-3AD203B41FA5}">
                      <a16:colId xmlns:a16="http://schemas.microsoft.com/office/drawing/2014/main" val="4222855777"/>
                    </a:ext>
                  </a:extLst>
                </a:gridCol>
                <a:gridCol w="1977280">
                  <a:extLst>
                    <a:ext uri="{9D8B030D-6E8A-4147-A177-3AD203B41FA5}">
                      <a16:colId xmlns:a16="http://schemas.microsoft.com/office/drawing/2014/main" val="4192674443"/>
                    </a:ext>
                  </a:extLst>
                </a:gridCol>
                <a:gridCol w="1694811">
                  <a:extLst>
                    <a:ext uri="{9D8B030D-6E8A-4147-A177-3AD203B41FA5}">
                      <a16:colId xmlns:a16="http://schemas.microsoft.com/office/drawing/2014/main" val="813790325"/>
                    </a:ext>
                  </a:extLst>
                </a:gridCol>
                <a:gridCol w="1134429">
                  <a:extLst>
                    <a:ext uri="{9D8B030D-6E8A-4147-A177-3AD203B41FA5}">
                      <a16:colId xmlns:a16="http://schemas.microsoft.com/office/drawing/2014/main" val="767590486"/>
                    </a:ext>
                  </a:extLst>
                </a:gridCol>
                <a:gridCol w="918023">
                  <a:extLst>
                    <a:ext uri="{9D8B030D-6E8A-4147-A177-3AD203B41FA5}">
                      <a16:colId xmlns:a16="http://schemas.microsoft.com/office/drawing/2014/main" val="2611569391"/>
                    </a:ext>
                  </a:extLst>
                </a:gridCol>
                <a:gridCol w="905465">
                  <a:extLst>
                    <a:ext uri="{9D8B030D-6E8A-4147-A177-3AD203B41FA5}">
                      <a16:colId xmlns:a16="http://schemas.microsoft.com/office/drawing/2014/main" val="2775955610"/>
                    </a:ext>
                  </a:extLst>
                </a:gridCol>
                <a:gridCol w="915002">
                  <a:extLst>
                    <a:ext uri="{9D8B030D-6E8A-4147-A177-3AD203B41FA5}">
                      <a16:colId xmlns:a16="http://schemas.microsoft.com/office/drawing/2014/main" val="2992879696"/>
                    </a:ext>
                  </a:extLst>
                </a:gridCol>
                <a:gridCol w="952452">
                  <a:extLst>
                    <a:ext uri="{9D8B030D-6E8A-4147-A177-3AD203B41FA5}">
                      <a16:colId xmlns:a16="http://schemas.microsoft.com/office/drawing/2014/main" val="49364428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관리번호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CE-</a:t>
                      </a:r>
                      <a:r>
                        <a:rPr lang="ko-KR" altLang="en-US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초급</a:t>
                      </a:r>
                      <a:r>
                        <a:rPr lang="en-US" altLang="ko-KR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-RCP </a:t>
                      </a:r>
                      <a:r>
                        <a:rPr lang="ko-KR" altLang="en-US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전동기 실무</a:t>
                      </a:r>
                      <a:r>
                        <a:rPr lang="en-US" altLang="ko-KR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-LS01</a:t>
                      </a:r>
                      <a:endParaRPr lang="ko-KR" altLang="en-US" sz="1800" dirty="0"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800" kern="1200" dirty="0">
                        <a:solidFill>
                          <a:schemeClr val="tx1"/>
                        </a:solidFill>
                        <a:latin typeface="한수원 한돋움" panose="020B0600000101010101" pitchFamily="50" charset="-127"/>
                        <a:ea typeface="한수원 한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학습유형</a:t>
                      </a:r>
                      <a:endParaRPr lang="ko-KR" altLang="en-US" sz="1800" dirty="0"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강의형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사례형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토의형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실습형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61160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b="1" kern="1200" dirty="0">
                        <a:solidFill>
                          <a:schemeClr val="tx1"/>
                        </a:solidFill>
                        <a:latin typeface="한수원 한돋움" panose="020B0600000101010101" pitchFamily="50" charset="-127"/>
                        <a:ea typeface="한수원 한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86130" indent="-786130" algn="ctr" fontAlgn="base" latinLnBrk="1">
                        <a:lnSpc>
                          <a:spcPct val="100000"/>
                        </a:lnSpc>
                      </a:pPr>
                      <a:endParaRPr lang="ko-KR" altLang="en-US" sz="1800" dirty="0">
                        <a:solidFill>
                          <a:prstClr val="black"/>
                        </a:solidFill>
                        <a:latin typeface="한수원 한울림"/>
                        <a:ea typeface="한수원 한울림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한수원 한돋움" panose="020B0600000101010101" pitchFamily="50" charset="-127"/>
                        <a:ea typeface="한수원 한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○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80847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0" dirty="0" err="1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과정명</a:t>
                      </a:r>
                      <a:endParaRPr lang="ko-KR" altLang="en-US" sz="1800" spc="0" dirty="0"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RCP </a:t>
                      </a:r>
                      <a:r>
                        <a:rPr lang="ko-KR" altLang="en-US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전동기 실무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과목명</a:t>
                      </a:r>
                      <a:endParaRPr lang="ko-KR" altLang="en-US" sz="1800" dirty="0"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전동기 구조 및 구성품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7469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spc="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개정번호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00</a:t>
                      </a:r>
                      <a:endParaRPr lang="ko-KR" altLang="en-US" sz="1800" dirty="0"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작성</a:t>
                      </a:r>
                      <a:r>
                        <a:rPr lang="en-US" altLang="ko-KR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(</a:t>
                      </a:r>
                      <a:r>
                        <a:rPr lang="ko-KR" altLang="en-US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개정</a:t>
                      </a:r>
                      <a:r>
                        <a:rPr lang="en-US" altLang="ko-KR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)</a:t>
                      </a:r>
                      <a:r>
                        <a:rPr lang="ko-KR" altLang="en-US" sz="1800" dirty="0"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일자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2025.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04. 11.</a:t>
                      </a:r>
                      <a:endParaRPr lang="ko-KR" altLang="en-US" sz="1800" dirty="0"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작성자</a:t>
                      </a:r>
                      <a:endParaRPr lang="ko-KR" altLang="en-US" sz="1800" dirty="0"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45723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서동관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25803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0E6640E-DF4C-4A8A-BB6A-4CD7A5D6C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302064"/>
              </p:ext>
            </p:extLst>
          </p:nvPr>
        </p:nvGraphicFramePr>
        <p:xfrm>
          <a:off x="357642" y="2902006"/>
          <a:ext cx="11480143" cy="3407314"/>
        </p:xfrm>
        <a:graphic>
          <a:graphicData uri="http://schemas.openxmlformats.org/drawingml/2006/table">
            <a:tbl>
              <a:tblPr/>
              <a:tblGrid>
                <a:gridCol w="806911">
                  <a:extLst>
                    <a:ext uri="{9D8B030D-6E8A-4147-A177-3AD203B41FA5}">
                      <a16:colId xmlns:a16="http://schemas.microsoft.com/office/drawing/2014/main" val="1534405550"/>
                    </a:ext>
                  </a:extLst>
                </a:gridCol>
                <a:gridCol w="1103264">
                  <a:extLst>
                    <a:ext uri="{9D8B030D-6E8A-4147-A177-3AD203B41FA5}">
                      <a16:colId xmlns:a16="http://schemas.microsoft.com/office/drawing/2014/main" val="3705023785"/>
                    </a:ext>
                  </a:extLst>
                </a:gridCol>
                <a:gridCol w="944946">
                  <a:extLst>
                    <a:ext uri="{9D8B030D-6E8A-4147-A177-3AD203B41FA5}">
                      <a16:colId xmlns:a16="http://schemas.microsoft.com/office/drawing/2014/main" val="1950517470"/>
                    </a:ext>
                  </a:extLst>
                </a:gridCol>
                <a:gridCol w="7067000">
                  <a:extLst>
                    <a:ext uri="{9D8B030D-6E8A-4147-A177-3AD203B41FA5}">
                      <a16:colId xmlns:a16="http://schemas.microsoft.com/office/drawing/2014/main" val="4274113593"/>
                    </a:ext>
                  </a:extLst>
                </a:gridCol>
                <a:gridCol w="1558022">
                  <a:extLst>
                    <a:ext uri="{9D8B030D-6E8A-4147-A177-3AD203B41FA5}">
                      <a16:colId xmlns:a16="http://schemas.microsoft.com/office/drawing/2014/main" val="281266435"/>
                    </a:ext>
                  </a:extLst>
                </a:gridCol>
              </a:tblGrid>
              <a:tr h="431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개정번호</a:t>
                      </a:r>
                      <a:endParaRPr kumimoji="0" lang="en-US" sz="12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  <a:cs typeface="+mn-cs"/>
                        </a:rPr>
                        <a:t>개정일</a:t>
                      </a:r>
                      <a:endParaRPr kumimoji="0" lang="en-US" sz="1200" b="0" i="0" u="sng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  <a:cs typeface="+mn-cs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작성자</a:t>
                      </a:r>
                      <a:endParaRPr kumimoji="0" lang="en-US" sz="12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개 정 내 용</a:t>
                      </a:r>
                      <a:endParaRPr kumimoji="0" lang="en-US" sz="12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개정근거</a:t>
                      </a:r>
                      <a:endParaRPr kumimoji="0" lang="en-US" sz="12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33782"/>
                  </a:ext>
                </a:extLst>
              </a:tr>
              <a:tr h="511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00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2025. 04. 11.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서동관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○ </a:t>
                      </a: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표준강의안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신규작성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교육행정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한수원 한돋움" panose="020B0600000101010101" pitchFamily="50" charset="-127"/>
                          <a:ea typeface="한수원 한돋움" panose="020B0600000101010101" pitchFamily="50" charset="-127"/>
                        </a:rPr>
                        <a:t>-06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967817"/>
                  </a:ext>
                </a:extLst>
              </a:tr>
              <a:tr h="511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090566"/>
                  </a:ext>
                </a:extLst>
              </a:tr>
              <a:tr h="4170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882992"/>
                  </a:ext>
                </a:extLst>
              </a:tr>
              <a:tr h="511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774677"/>
                  </a:ext>
                </a:extLst>
              </a:tr>
              <a:tr h="511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456730"/>
                  </a:ext>
                </a:extLst>
              </a:tr>
              <a:tr h="511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한수원 한돋움" panose="020B0600000101010101" pitchFamily="50" charset="-127"/>
                        <a:ea typeface="한수원 한돋움" panose="020B0600000101010101" pitchFamily="50" charset="-127"/>
                      </a:endParaRPr>
                    </a:p>
                  </a:txBody>
                  <a:tcPr marL="72000" marR="72000" marT="73152" marB="731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888909"/>
                  </a:ext>
                </a:extLst>
              </a:tr>
            </a:tbl>
          </a:graphicData>
        </a:graphic>
      </p:graphicFrame>
      <p:sp>
        <p:nvSpPr>
          <p:cNvPr id="6" name="설명선: 굽은 선 4">
            <a:extLst>
              <a:ext uri="{FF2B5EF4-FFF2-40B4-BE49-F238E27FC236}">
                <a16:creationId xmlns:a16="http://schemas.microsoft.com/office/drawing/2014/main" id="{2E73AE44-DE79-4E70-B2F4-855E75274700}"/>
              </a:ext>
            </a:extLst>
          </p:cNvPr>
          <p:cNvSpPr/>
          <p:nvPr/>
        </p:nvSpPr>
        <p:spPr>
          <a:xfrm>
            <a:off x="3287688" y="166256"/>
            <a:ext cx="2520280" cy="310416"/>
          </a:xfrm>
          <a:prstGeom prst="borderCallout2">
            <a:avLst>
              <a:gd name="adj1" fmla="val 46851"/>
              <a:gd name="adj2" fmla="val -24"/>
              <a:gd name="adj3" fmla="val 46876"/>
              <a:gd name="adj4" fmla="val -5590"/>
              <a:gd name="adj5" fmla="val 182780"/>
              <a:gd name="adj6" fmla="val -1519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014B9D"/>
                </a:solidFill>
                <a:latin typeface="+mj-ea"/>
                <a:ea typeface="+mj-ea"/>
              </a:rPr>
              <a:t>한수원 </a:t>
            </a:r>
            <a:r>
              <a:rPr lang="ko-KR" altLang="en-US" b="1" dirty="0" err="1">
                <a:solidFill>
                  <a:srgbClr val="014B9D"/>
                </a:solidFill>
                <a:latin typeface="+mj-ea"/>
                <a:ea typeface="+mj-ea"/>
              </a:rPr>
              <a:t>한돋음</a:t>
            </a:r>
            <a:r>
              <a:rPr lang="ko-KR" altLang="en-US" b="1" dirty="0">
                <a:solidFill>
                  <a:srgbClr val="014B9D"/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rgbClr val="014B9D"/>
                </a:solidFill>
                <a:latin typeface="+mj-ea"/>
                <a:ea typeface="+mj-ea"/>
              </a:rPr>
              <a:t>18p</a:t>
            </a:r>
          </a:p>
        </p:txBody>
      </p:sp>
      <p:sp>
        <p:nvSpPr>
          <p:cNvPr id="7" name="설명선: 굽은 선 4">
            <a:extLst>
              <a:ext uri="{FF2B5EF4-FFF2-40B4-BE49-F238E27FC236}">
                <a16:creationId xmlns:a16="http://schemas.microsoft.com/office/drawing/2014/main" id="{19320858-6F2D-469B-858A-9DB6F0B2CA25}"/>
              </a:ext>
            </a:extLst>
          </p:cNvPr>
          <p:cNvSpPr/>
          <p:nvPr/>
        </p:nvSpPr>
        <p:spPr>
          <a:xfrm>
            <a:off x="1631504" y="3933056"/>
            <a:ext cx="2736304" cy="336970"/>
          </a:xfrm>
          <a:prstGeom prst="borderCallout2">
            <a:avLst>
              <a:gd name="adj1" fmla="val 46851"/>
              <a:gd name="adj2" fmla="val -24"/>
              <a:gd name="adj3" fmla="val 46876"/>
              <a:gd name="adj4" fmla="val -5590"/>
              <a:gd name="adj5" fmla="val -73544"/>
              <a:gd name="adj6" fmla="val -554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b="1" dirty="0">
                <a:solidFill>
                  <a:srgbClr val="014B9D"/>
                </a:solidFill>
                <a:latin typeface="+mj-ea"/>
                <a:ea typeface="+mj-ea"/>
              </a:rPr>
              <a:t>한수원 </a:t>
            </a:r>
            <a:r>
              <a:rPr lang="ko-KR" altLang="en-US" b="1" dirty="0" err="1">
                <a:solidFill>
                  <a:srgbClr val="014B9D"/>
                </a:solidFill>
                <a:latin typeface="+mj-ea"/>
                <a:ea typeface="+mj-ea"/>
              </a:rPr>
              <a:t>한돋음</a:t>
            </a:r>
            <a:r>
              <a:rPr lang="en-US" altLang="ko-KR" b="1" dirty="0">
                <a:solidFill>
                  <a:srgbClr val="014B9D"/>
                </a:solidFill>
                <a:latin typeface="+mj-ea"/>
                <a:ea typeface="+mj-ea"/>
              </a:rPr>
              <a:t>,</a:t>
            </a:r>
            <a:r>
              <a:rPr lang="ko-KR" altLang="en-US" b="1" dirty="0">
                <a:solidFill>
                  <a:srgbClr val="014B9D"/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rgbClr val="014B9D"/>
                </a:solidFill>
                <a:latin typeface="+mj-ea"/>
                <a:ea typeface="+mj-ea"/>
              </a:rPr>
              <a:t>12p</a:t>
            </a:r>
          </a:p>
          <a:p>
            <a:endParaRPr lang="en-US" altLang="ko-KR" sz="2000" b="1" spc="-55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8" name="설명선: 굽은 선 4">
            <a:extLst>
              <a:ext uri="{FF2B5EF4-FFF2-40B4-BE49-F238E27FC236}">
                <a16:creationId xmlns:a16="http://schemas.microsoft.com/office/drawing/2014/main" id="{C5630DCB-00DC-42E2-9581-808AC3106F5A}"/>
              </a:ext>
            </a:extLst>
          </p:cNvPr>
          <p:cNvSpPr/>
          <p:nvPr/>
        </p:nvSpPr>
        <p:spPr>
          <a:xfrm>
            <a:off x="6816080" y="3423789"/>
            <a:ext cx="3084984" cy="336970"/>
          </a:xfrm>
          <a:prstGeom prst="borderCallout2">
            <a:avLst>
              <a:gd name="adj1" fmla="val 46851"/>
              <a:gd name="adj2" fmla="val -24"/>
              <a:gd name="adj3" fmla="val 46876"/>
              <a:gd name="adj4" fmla="val -5590"/>
              <a:gd name="adj5" fmla="val -55576"/>
              <a:gd name="adj6" fmla="val -562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b="1" dirty="0">
                <a:solidFill>
                  <a:srgbClr val="014B9D"/>
                </a:solidFill>
                <a:latin typeface="+mj-ea"/>
                <a:ea typeface="+mj-ea"/>
              </a:rPr>
              <a:t>한수원 </a:t>
            </a:r>
            <a:r>
              <a:rPr lang="ko-KR" altLang="en-US" b="1" dirty="0" err="1">
                <a:solidFill>
                  <a:srgbClr val="014B9D"/>
                </a:solidFill>
                <a:latin typeface="+mj-ea"/>
                <a:ea typeface="+mj-ea"/>
              </a:rPr>
              <a:t>한돋음</a:t>
            </a:r>
            <a:r>
              <a:rPr lang="en-US" altLang="ko-KR" b="1" dirty="0">
                <a:solidFill>
                  <a:srgbClr val="014B9D"/>
                </a:solidFill>
                <a:latin typeface="+mj-ea"/>
                <a:ea typeface="+mj-ea"/>
              </a:rPr>
              <a:t>,</a:t>
            </a:r>
            <a:r>
              <a:rPr lang="ko-KR" altLang="en-US" b="1" dirty="0">
                <a:solidFill>
                  <a:srgbClr val="014B9D"/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rgbClr val="014B9D"/>
                </a:solidFill>
                <a:latin typeface="+mj-ea"/>
                <a:ea typeface="+mj-ea"/>
              </a:rPr>
              <a:t>12p, </a:t>
            </a:r>
            <a:r>
              <a:rPr lang="ko-KR" altLang="en-US" b="1" dirty="0">
                <a:solidFill>
                  <a:srgbClr val="014B9D"/>
                </a:solidFill>
                <a:latin typeface="+mj-ea"/>
                <a:ea typeface="+mj-ea"/>
              </a:rPr>
              <a:t>밑줄</a:t>
            </a:r>
            <a:endParaRPr lang="en-US" altLang="ko-KR" b="1" dirty="0">
              <a:solidFill>
                <a:srgbClr val="014B9D"/>
              </a:solidFill>
              <a:latin typeface="+mj-ea"/>
              <a:ea typeface="+mj-ea"/>
            </a:endParaRPr>
          </a:p>
          <a:p>
            <a:endParaRPr lang="en-US" altLang="ko-KR" sz="2000" b="1" spc="-55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9" name="설명선: 굽은 선 15">
            <a:extLst>
              <a:ext uri="{FF2B5EF4-FFF2-40B4-BE49-F238E27FC236}">
                <a16:creationId xmlns:a16="http://schemas.microsoft.com/office/drawing/2014/main" id="{A103CD34-381B-488F-81BD-D3F54FFB66B6}"/>
              </a:ext>
            </a:extLst>
          </p:cNvPr>
          <p:cNvSpPr/>
          <p:nvPr/>
        </p:nvSpPr>
        <p:spPr>
          <a:xfrm>
            <a:off x="3545396" y="4941168"/>
            <a:ext cx="6541368" cy="1019363"/>
          </a:xfrm>
          <a:custGeom>
            <a:avLst/>
            <a:gdLst>
              <a:gd name="connsiteX0" fmla="*/ 0 w 6144150"/>
              <a:gd name="connsiteY0" fmla="*/ 0 h 1270353"/>
              <a:gd name="connsiteX1" fmla="*/ 6144150 w 6144150"/>
              <a:gd name="connsiteY1" fmla="*/ 0 h 1270353"/>
              <a:gd name="connsiteX2" fmla="*/ 6144150 w 6144150"/>
              <a:gd name="connsiteY2" fmla="*/ 1270353 h 1270353"/>
              <a:gd name="connsiteX3" fmla="*/ 0 w 6144150"/>
              <a:gd name="connsiteY3" fmla="*/ 1270353 h 1270353"/>
              <a:gd name="connsiteX4" fmla="*/ 0 w 6144150"/>
              <a:gd name="connsiteY4" fmla="*/ 0 h 1270353"/>
              <a:gd name="connsiteX0" fmla="*/ -631004 w 6144150"/>
              <a:gd name="connsiteY0" fmla="*/ 525837 h 1270353"/>
              <a:gd name="connsiteX1" fmla="*/ -1154301 w 6144150"/>
              <a:gd name="connsiteY1" fmla="*/ 1021516 h 1270353"/>
              <a:gd name="connsiteX2" fmla="*/ -1162596 w 6144150"/>
              <a:gd name="connsiteY2" fmla="*/ 2000590 h 1270353"/>
              <a:gd name="connsiteX0" fmla="*/ 1162596 w 7306746"/>
              <a:gd name="connsiteY0" fmla="*/ 0 h 2000590"/>
              <a:gd name="connsiteX1" fmla="*/ 7306746 w 7306746"/>
              <a:gd name="connsiteY1" fmla="*/ 0 h 2000590"/>
              <a:gd name="connsiteX2" fmla="*/ 7306746 w 7306746"/>
              <a:gd name="connsiteY2" fmla="*/ 1270353 h 2000590"/>
              <a:gd name="connsiteX3" fmla="*/ 1162596 w 7306746"/>
              <a:gd name="connsiteY3" fmla="*/ 1270353 h 2000590"/>
              <a:gd name="connsiteX4" fmla="*/ 1162596 w 7306746"/>
              <a:gd name="connsiteY4" fmla="*/ 0 h 2000590"/>
              <a:gd name="connsiteX0" fmla="*/ 8295 w 7306746"/>
              <a:gd name="connsiteY0" fmla="*/ 1021516 h 2000590"/>
              <a:gd name="connsiteX1" fmla="*/ 0 w 7306746"/>
              <a:gd name="connsiteY1" fmla="*/ 2000590 h 2000590"/>
              <a:gd name="connsiteX0" fmla="*/ 1162596 w 7306746"/>
              <a:gd name="connsiteY0" fmla="*/ 0 h 2000590"/>
              <a:gd name="connsiteX1" fmla="*/ 7306746 w 7306746"/>
              <a:gd name="connsiteY1" fmla="*/ 0 h 2000590"/>
              <a:gd name="connsiteX2" fmla="*/ 7306746 w 7306746"/>
              <a:gd name="connsiteY2" fmla="*/ 1270353 h 2000590"/>
              <a:gd name="connsiteX3" fmla="*/ 1162596 w 7306746"/>
              <a:gd name="connsiteY3" fmla="*/ 1270353 h 2000590"/>
              <a:gd name="connsiteX4" fmla="*/ 1162596 w 7306746"/>
              <a:gd name="connsiteY4" fmla="*/ 0 h 2000590"/>
              <a:gd name="connsiteX0" fmla="*/ 8295 w 7306746"/>
              <a:gd name="connsiteY0" fmla="*/ 1021516 h 2000590"/>
              <a:gd name="connsiteX1" fmla="*/ 0 w 7306746"/>
              <a:gd name="connsiteY1" fmla="*/ 2000590 h 2000590"/>
              <a:gd name="connsiteX0" fmla="*/ 1162596 w 7306746"/>
              <a:gd name="connsiteY0" fmla="*/ 0 h 2000590"/>
              <a:gd name="connsiteX1" fmla="*/ 7306746 w 7306746"/>
              <a:gd name="connsiteY1" fmla="*/ 0 h 2000590"/>
              <a:gd name="connsiteX2" fmla="*/ 7306746 w 7306746"/>
              <a:gd name="connsiteY2" fmla="*/ 1270353 h 2000590"/>
              <a:gd name="connsiteX3" fmla="*/ 1162596 w 7306746"/>
              <a:gd name="connsiteY3" fmla="*/ 1270353 h 2000590"/>
              <a:gd name="connsiteX4" fmla="*/ 1162596 w 7306746"/>
              <a:gd name="connsiteY4" fmla="*/ 0 h 2000590"/>
              <a:gd name="connsiteX0" fmla="*/ 8295 w 7306746"/>
              <a:gd name="connsiteY0" fmla="*/ 1021516 h 2000590"/>
              <a:gd name="connsiteX1" fmla="*/ 0 w 7306746"/>
              <a:gd name="connsiteY1" fmla="*/ 2000590 h 2000590"/>
              <a:gd name="connsiteX0" fmla="*/ 1162596 w 7306746"/>
              <a:gd name="connsiteY0" fmla="*/ 0 h 2000590"/>
              <a:gd name="connsiteX1" fmla="*/ 7306746 w 7306746"/>
              <a:gd name="connsiteY1" fmla="*/ 0 h 2000590"/>
              <a:gd name="connsiteX2" fmla="*/ 7306746 w 7306746"/>
              <a:gd name="connsiteY2" fmla="*/ 1270353 h 2000590"/>
              <a:gd name="connsiteX3" fmla="*/ 1162596 w 7306746"/>
              <a:gd name="connsiteY3" fmla="*/ 1270353 h 2000590"/>
              <a:gd name="connsiteX4" fmla="*/ 1162596 w 7306746"/>
              <a:gd name="connsiteY4" fmla="*/ 0 h 2000590"/>
              <a:gd name="connsiteX0" fmla="*/ 960795 w 7306746"/>
              <a:gd name="connsiteY0" fmla="*/ 339086 h 2000590"/>
              <a:gd name="connsiteX1" fmla="*/ 0 w 7306746"/>
              <a:gd name="connsiteY1" fmla="*/ 2000590 h 2000590"/>
              <a:gd name="connsiteX0" fmla="*/ 201806 w 6345956"/>
              <a:gd name="connsiteY0" fmla="*/ 0 h 1283606"/>
              <a:gd name="connsiteX1" fmla="*/ 6345956 w 6345956"/>
              <a:gd name="connsiteY1" fmla="*/ 0 h 1283606"/>
              <a:gd name="connsiteX2" fmla="*/ 6345956 w 6345956"/>
              <a:gd name="connsiteY2" fmla="*/ 1270353 h 1283606"/>
              <a:gd name="connsiteX3" fmla="*/ 201806 w 6345956"/>
              <a:gd name="connsiteY3" fmla="*/ 1270353 h 1283606"/>
              <a:gd name="connsiteX4" fmla="*/ 201806 w 6345956"/>
              <a:gd name="connsiteY4" fmla="*/ 0 h 1283606"/>
              <a:gd name="connsiteX0" fmla="*/ 5 w 6345956"/>
              <a:gd name="connsiteY0" fmla="*/ 339086 h 1283606"/>
              <a:gd name="connsiteX1" fmla="*/ 191735 w 6345956"/>
              <a:gd name="connsiteY1" fmla="*/ 1283606 h 1283606"/>
              <a:gd name="connsiteX0" fmla="*/ 11306 w 6155456"/>
              <a:gd name="connsiteY0" fmla="*/ 6449 h 1290055"/>
              <a:gd name="connsiteX1" fmla="*/ 6155456 w 6155456"/>
              <a:gd name="connsiteY1" fmla="*/ 6449 h 1290055"/>
              <a:gd name="connsiteX2" fmla="*/ 6155456 w 6155456"/>
              <a:gd name="connsiteY2" fmla="*/ 1276802 h 1290055"/>
              <a:gd name="connsiteX3" fmla="*/ 11306 w 6155456"/>
              <a:gd name="connsiteY3" fmla="*/ 1276802 h 1290055"/>
              <a:gd name="connsiteX4" fmla="*/ 11306 w 6155456"/>
              <a:gd name="connsiteY4" fmla="*/ 6449 h 1290055"/>
              <a:gd name="connsiteX0" fmla="*/ 5 w 6155456"/>
              <a:gd name="connsiteY0" fmla="*/ 0 h 1290055"/>
              <a:gd name="connsiteX1" fmla="*/ 1235 w 6155456"/>
              <a:gd name="connsiteY1" fmla="*/ 1290055 h 1290055"/>
              <a:gd name="connsiteX0" fmla="*/ 1017623 w 7161773"/>
              <a:gd name="connsiteY0" fmla="*/ 6449 h 1290055"/>
              <a:gd name="connsiteX1" fmla="*/ 7161773 w 7161773"/>
              <a:gd name="connsiteY1" fmla="*/ 6449 h 1290055"/>
              <a:gd name="connsiteX2" fmla="*/ 7161773 w 7161773"/>
              <a:gd name="connsiteY2" fmla="*/ 1276802 h 1290055"/>
              <a:gd name="connsiteX3" fmla="*/ 1017623 w 7161773"/>
              <a:gd name="connsiteY3" fmla="*/ 1276802 h 1290055"/>
              <a:gd name="connsiteX4" fmla="*/ 1017623 w 7161773"/>
              <a:gd name="connsiteY4" fmla="*/ 6449 h 1290055"/>
              <a:gd name="connsiteX0" fmla="*/ 1006322 w 7161773"/>
              <a:gd name="connsiteY0" fmla="*/ 0 h 1290055"/>
              <a:gd name="connsiteX1" fmla="*/ 67380 w 7161773"/>
              <a:gd name="connsiteY1" fmla="*/ 1053739 h 1290055"/>
              <a:gd name="connsiteX2" fmla="*/ 1007552 w 7161773"/>
              <a:gd name="connsiteY2" fmla="*/ 1290055 h 1290055"/>
              <a:gd name="connsiteX0" fmla="*/ 11301 w 6155451"/>
              <a:gd name="connsiteY0" fmla="*/ 6449 h 1290055"/>
              <a:gd name="connsiteX1" fmla="*/ 6155451 w 6155451"/>
              <a:gd name="connsiteY1" fmla="*/ 6449 h 1290055"/>
              <a:gd name="connsiteX2" fmla="*/ 6155451 w 6155451"/>
              <a:gd name="connsiteY2" fmla="*/ 1276802 h 1290055"/>
              <a:gd name="connsiteX3" fmla="*/ 11301 w 6155451"/>
              <a:gd name="connsiteY3" fmla="*/ 1276802 h 1290055"/>
              <a:gd name="connsiteX4" fmla="*/ 11301 w 6155451"/>
              <a:gd name="connsiteY4" fmla="*/ 6449 h 1290055"/>
              <a:gd name="connsiteX0" fmla="*/ 0 w 6155451"/>
              <a:gd name="connsiteY0" fmla="*/ 0 h 1290055"/>
              <a:gd name="connsiteX1" fmla="*/ 1230 w 6155451"/>
              <a:gd name="connsiteY1" fmla="*/ 1290055 h 129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55451" h="1290055" extrusionOk="0">
                <a:moveTo>
                  <a:pt x="11301" y="6449"/>
                </a:moveTo>
                <a:lnTo>
                  <a:pt x="6155451" y="6449"/>
                </a:lnTo>
                <a:lnTo>
                  <a:pt x="6155451" y="1276802"/>
                </a:lnTo>
                <a:lnTo>
                  <a:pt x="11301" y="1276802"/>
                </a:lnTo>
                <a:lnTo>
                  <a:pt x="11301" y="6449"/>
                </a:lnTo>
                <a:close/>
              </a:path>
              <a:path w="6155451" h="1290055" fill="none" extrusionOk="0">
                <a:moveTo>
                  <a:pt x="0" y="0"/>
                </a:moveTo>
                <a:cubicBezTo>
                  <a:pt x="256" y="268761"/>
                  <a:pt x="974" y="1021294"/>
                  <a:pt x="1230" y="1290055"/>
                </a:cubicBezTo>
              </a:path>
            </a:pathLst>
          </a:custGeom>
          <a:solidFill>
            <a:schemeClr val="bg1"/>
          </a:solidFill>
          <a:ln w="25400" cap="flat" cmpd="sng" algn="ctr">
            <a:solidFill>
              <a:srgbClr val="0000FF"/>
            </a:solidFill>
            <a:prstDash val="solid"/>
          </a:ln>
          <a:effectLst/>
        </p:spPr>
        <p:txBody>
          <a:bodyPr rtlCol="0" anchor="ctr"/>
          <a:lstStyle/>
          <a:p>
            <a:pPr marL="179388" lvl="0" indent="-179388" defTabSz="536312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kern="0" spc="-37" dirty="0">
                <a:solidFill>
                  <a:srgbClr val="FF0000"/>
                </a:solidFill>
                <a:latin typeface="Calibri"/>
              </a:rPr>
              <a:t>본 강의안 구성체계는 이론 및 실습</a:t>
            </a:r>
            <a:r>
              <a:rPr lang="en-US" altLang="ko-KR" b="1" kern="0" spc="-37" dirty="0">
                <a:solidFill>
                  <a:srgbClr val="FF0000"/>
                </a:solidFill>
                <a:latin typeface="Calibri"/>
              </a:rPr>
              <a:t>(</a:t>
            </a:r>
            <a:r>
              <a:rPr lang="ko-KR" altLang="en-US" b="1" kern="0" spc="-37" dirty="0">
                <a:solidFill>
                  <a:srgbClr val="FF0000"/>
                </a:solidFill>
                <a:latin typeface="Calibri"/>
              </a:rPr>
              <a:t>정비경험</a:t>
            </a:r>
            <a:r>
              <a:rPr lang="en-US" altLang="ko-KR" b="1" kern="0" spc="-37" dirty="0">
                <a:solidFill>
                  <a:srgbClr val="FF0000"/>
                </a:solidFill>
                <a:latin typeface="Calibri"/>
              </a:rPr>
              <a:t>, </a:t>
            </a:r>
            <a:r>
              <a:rPr lang="ko-KR" altLang="en-US" b="1" kern="0" spc="-37" dirty="0">
                <a:solidFill>
                  <a:srgbClr val="FF0000"/>
                </a:solidFill>
                <a:latin typeface="Calibri"/>
              </a:rPr>
              <a:t>토의</a:t>
            </a:r>
            <a:r>
              <a:rPr lang="en-US" altLang="ko-KR" b="1" kern="0" spc="-37" dirty="0">
                <a:solidFill>
                  <a:srgbClr val="FF0000"/>
                </a:solidFill>
                <a:latin typeface="Calibri"/>
              </a:rPr>
              <a:t>, </a:t>
            </a:r>
            <a:r>
              <a:rPr lang="ko-KR" altLang="en-US" b="1" kern="0" spc="-37" dirty="0">
                <a:solidFill>
                  <a:srgbClr val="FF0000"/>
                </a:solidFill>
                <a:latin typeface="Calibri"/>
              </a:rPr>
              <a:t>사례탐구</a:t>
            </a:r>
            <a:r>
              <a:rPr lang="en-US" altLang="ko-KR" b="1" kern="0" spc="-37" dirty="0">
                <a:solidFill>
                  <a:srgbClr val="FF0000"/>
                </a:solidFill>
                <a:latin typeface="Calibri"/>
              </a:rPr>
              <a:t>)</a:t>
            </a:r>
            <a:r>
              <a:rPr lang="ko-KR" altLang="en-US" b="1" kern="0" spc="-37" dirty="0">
                <a:solidFill>
                  <a:srgbClr val="FF0000"/>
                </a:solidFill>
                <a:latin typeface="Calibri"/>
              </a:rPr>
              <a:t>이 모두 있는 경우에 적용되는 양식임</a:t>
            </a:r>
            <a:endParaRPr lang="en-US" altLang="ko-KR" b="1" kern="0" spc="-37" dirty="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4099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423592" y="3548574"/>
            <a:ext cx="7556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RCP </a:t>
            </a:r>
            <a:r>
              <a:rPr lang="ko-KR" altLang="en-US" sz="4400" b="1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전동기</a:t>
            </a:r>
            <a:r>
              <a:rPr lang="en-US" altLang="ko-KR" sz="4400" b="1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4400" b="1" dirty="0">
                <a:solidFill>
                  <a:prstClr val="white">
                    <a:lumMod val="50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구조 및 구성품</a:t>
            </a:r>
          </a:p>
        </p:txBody>
      </p:sp>
      <p:cxnSp>
        <p:nvCxnSpPr>
          <p:cNvPr id="24" name="직선 연결선 23"/>
          <p:cNvCxnSpPr>
            <a:cxnSpLocks/>
          </p:cNvCxnSpPr>
          <p:nvPr/>
        </p:nvCxnSpPr>
        <p:spPr>
          <a:xfrm>
            <a:off x="2351584" y="4347448"/>
            <a:ext cx="71287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F93F274-AFCC-4ED0-A9AB-1FBB8BA815BC}"/>
              </a:ext>
            </a:extLst>
          </p:cNvPr>
          <p:cNvSpPr txBox="1"/>
          <p:nvPr/>
        </p:nvSpPr>
        <p:spPr>
          <a:xfrm>
            <a:off x="2423592" y="4491464"/>
            <a:ext cx="487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과정명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RCP 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전동기 실무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b="1" dirty="0">
              <a:solidFill>
                <a:schemeClr val="bg1">
                  <a:lumMod val="6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설명선: 굽은 선 8">
            <a:extLst>
              <a:ext uri="{FF2B5EF4-FFF2-40B4-BE49-F238E27FC236}">
                <a16:creationId xmlns:a16="http://schemas.microsoft.com/office/drawing/2014/main" id="{69D19974-04D9-4BAE-AACB-BAF99A277D69}"/>
              </a:ext>
            </a:extLst>
          </p:cNvPr>
          <p:cNvSpPr/>
          <p:nvPr/>
        </p:nvSpPr>
        <p:spPr>
          <a:xfrm>
            <a:off x="6154571" y="4479686"/>
            <a:ext cx="3031722" cy="821511"/>
          </a:xfrm>
          <a:prstGeom prst="borderCallout2">
            <a:avLst>
              <a:gd name="adj1" fmla="val 36501"/>
              <a:gd name="adj2" fmla="val 233"/>
              <a:gd name="adj3" fmla="val 37032"/>
              <a:gd name="adj4" fmla="val -8320"/>
              <a:gd name="adj5" fmla="val 36962"/>
              <a:gd name="adj6" fmla="val -28142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defTabSz="536312" latinLnBrk="0"/>
            <a:r>
              <a:rPr kumimoji="0" lang="ko-KR" altLang="en-US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과정명</a:t>
            </a:r>
            <a:br>
              <a:rPr kumimoji="0" lang="en-US" altLang="ko-K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</a:b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- HY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견고딕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18p,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진하게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0" defTabSz="536312" latinLnBrk="0"/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- 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흰색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,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 배경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1,  35% 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더 어둡게</a:t>
            </a:r>
            <a:endParaRPr lang="en-US" altLang="ko-KR" b="1" kern="0" spc="-55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latin typeface="Calibri"/>
              <a:cs typeface="맑은 고딕 Semilight" panose="020B0502040204020203" pitchFamily="50" charset="-127"/>
            </a:endParaRPr>
          </a:p>
        </p:txBody>
      </p:sp>
      <p:sp>
        <p:nvSpPr>
          <p:cNvPr id="6" name="설명선: 굽은 선 4">
            <a:extLst>
              <a:ext uri="{FF2B5EF4-FFF2-40B4-BE49-F238E27FC236}">
                <a16:creationId xmlns:a16="http://schemas.microsoft.com/office/drawing/2014/main" id="{DA479F91-679E-4E4D-8E54-4CDAC14C3084}"/>
              </a:ext>
            </a:extLst>
          </p:cNvPr>
          <p:cNvSpPr/>
          <p:nvPr/>
        </p:nvSpPr>
        <p:spPr>
          <a:xfrm>
            <a:off x="6456040" y="2690200"/>
            <a:ext cx="3816424" cy="707167"/>
          </a:xfrm>
          <a:prstGeom prst="borderCallout2">
            <a:avLst>
              <a:gd name="adj1" fmla="val 46851"/>
              <a:gd name="adj2" fmla="val -24"/>
              <a:gd name="adj3" fmla="val 46876"/>
              <a:gd name="adj4" fmla="val -5590"/>
              <a:gd name="adj5" fmla="val 143278"/>
              <a:gd name="adj6" fmla="val -5447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5363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교과목명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  </a:t>
            </a:r>
          </a:p>
          <a:p>
            <a:pPr marL="0" marR="0" lvl="0" indent="0" defTabSz="5363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- HY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견고딕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44p,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진하게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회색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설명선: 굽은 선 8">
            <a:extLst>
              <a:ext uri="{FF2B5EF4-FFF2-40B4-BE49-F238E27FC236}">
                <a16:creationId xmlns:a16="http://schemas.microsoft.com/office/drawing/2014/main" id="{3F39C6E0-48ED-496F-8719-B4E3C46C67E9}"/>
              </a:ext>
            </a:extLst>
          </p:cNvPr>
          <p:cNvSpPr/>
          <p:nvPr/>
        </p:nvSpPr>
        <p:spPr>
          <a:xfrm>
            <a:off x="2423592" y="5661248"/>
            <a:ext cx="4536504" cy="576064"/>
          </a:xfrm>
          <a:prstGeom prst="borderCallout2">
            <a:avLst>
              <a:gd name="adj1" fmla="val 55587"/>
              <a:gd name="adj2" fmla="val 50"/>
              <a:gd name="adj3" fmla="val -66579"/>
              <a:gd name="adj4" fmla="val 113"/>
              <a:gd name="adj5" fmla="val -165807"/>
              <a:gd name="adj6" fmla="val 268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179388" lvl="0" indent="-179388" defTabSz="536312" latinLnBrk="0">
              <a:buFont typeface="Wingdings" panose="05000000000000000000" pitchFamily="2" charset="2"/>
              <a:buChar char="§"/>
            </a:pP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교과목명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b="1" kern="0" spc="-55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과정명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작성시 시작지점 맞추기</a:t>
            </a:r>
            <a:endParaRPr lang="en-US" altLang="ko-KR" b="1" kern="0" spc="-55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179388" lvl="0" indent="-179388" defTabSz="536312" latinLnBrk="0">
              <a:buFont typeface="Wingdings" panose="05000000000000000000" pitchFamily="2" charset="2"/>
              <a:buChar char="§"/>
            </a:pP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글자 길이에 따라 시작지점 변동가능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1C73548-C61B-485F-98E9-EE2B2C9B9338}"/>
              </a:ext>
            </a:extLst>
          </p:cNvPr>
          <p:cNvCxnSpPr>
            <a:cxnSpLocks/>
          </p:cNvCxnSpPr>
          <p:nvPr/>
        </p:nvCxnSpPr>
        <p:spPr>
          <a:xfrm flipV="1">
            <a:off x="3215680" y="4809347"/>
            <a:ext cx="0" cy="85190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B2BA77D-2662-41AA-B7DB-670606B1BDE1}"/>
              </a:ext>
            </a:extLst>
          </p:cNvPr>
          <p:cNvCxnSpPr>
            <a:cxnSpLocks/>
          </p:cNvCxnSpPr>
          <p:nvPr/>
        </p:nvCxnSpPr>
        <p:spPr>
          <a:xfrm flipV="1">
            <a:off x="3935760" y="4809347"/>
            <a:ext cx="0" cy="851903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9F74B19-95FD-4ABE-8BF5-C41F7AF2C248}"/>
              </a:ext>
            </a:extLst>
          </p:cNvPr>
          <p:cNvSpPr txBox="1"/>
          <p:nvPr/>
        </p:nvSpPr>
        <p:spPr>
          <a:xfrm>
            <a:off x="2351584" y="4809347"/>
            <a:ext cx="389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66FF"/>
                </a:solidFill>
              </a:rPr>
              <a:t>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AFF9E-CC65-45B6-BE32-4CB9B9F93908}"/>
              </a:ext>
            </a:extLst>
          </p:cNvPr>
          <p:cNvSpPr txBox="1"/>
          <p:nvPr/>
        </p:nvSpPr>
        <p:spPr>
          <a:xfrm>
            <a:off x="3143672" y="481863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66FF"/>
                </a:solidFill>
              </a:rPr>
              <a:t>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9BDA8C-89CF-4EC6-A88E-F4EACC739007}"/>
              </a:ext>
            </a:extLst>
          </p:cNvPr>
          <p:cNvSpPr txBox="1"/>
          <p:nvPr/>
        </p:nvSpPr>
        <p:spPr>
          <a:xfrm>
            <a:off x="3899232" y="483613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66FF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282722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125299" y="0"/>
            <a:ext cx="3753779" cy="6858001"/>
          </a:xfrm>
          <a:prstGeom prst="rect">
            <a:avLst/>
          </a:prstGeom>
          <a:solidFill>
            <a:schemeClr val="bg2">
              <a:lumMod val="1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연결선 44"/>
          <p:cNvCxnSpPr/>
          <p:nvPr/>
        </p:nvCxnSpPr>
        <p:spPr>
          <a:xfrm>
            <a:off x="623392" y="690375"/>
            <a:ext cx="77078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526587" y="1551790"/>
            <a:ext cx="2755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2000" b="1" dirty="0">
                <a:solidFill>
                  <a:srgbClr val="413D3D"/>
                </a:solidFill>
              </a:rPr>
              <a:t>Contents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2583943" y="1673085"/>
            <a:ext cx="7400489" cy="4708243"/>
            <a:chOff x="1227520" y="1874929"/>
            <a:chExt cx="6444721" cy="4304803"/>
          </a:xfrm>
        </p:grpSpPr>
        <p:grpSp>
          <p:nvGrpSpPr>
            <p:cNvPr id="124" name="그룹 123"/>
            <p:cNvGrpSpPr/>
            <p:nvPr/>
          </p:nvGrpSpPr>
          <p:grpSpPr>
            <a:xfrm>
              <a:off x="1227520" y="2120663"/>
              <a:ext cx="6444721" cy="3598205"/>
              <a:chOff x="1065593" y="2109620"/>
              <a:chExt cx="6802763" cy="3798107"/>
            </a:xfrm>
          </p:grpSpPr>
          <p:cxnSp>
            <p:nvCxnSpPr>
              <p:cNvPr id="125" name="직선 연결선 124"/>
              <p:cNvCxnSpPr/>
              <p:nvPr/>
            </p:nvCxnSpPr>
            <p:spPr>
              <a:xfrm>
                <a:off x="1065593" y="2109620"/>
                <a:ext cx="6802763" cy="0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26" name="직선 연결선 125"/>
              <p:cNvCxnSpPr/>
              <p:nvPr/>
            </p:nvCxnSpPr>
            <p:spPr>
              <a:xfrm>
                <a:off x="1065593" y="3058412"/>
                <a:ext cx="6802763" cy="0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27" name="직선 연결선 126"/>
              <p:cNvCxnSpPr/>
              <p:nvPr/>
            </p:nvCxnSpPr>
            <p:spPr>
              <a:xfrm>
                <a:off x="1065593" y="4010665"/>
                <a:ext cx="6802763" cy="0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28" name="직선 연결선 127"/>
              <p:cNvCxnSpPr>
                <a:cxnSpLocks/>
              </p:cNvCxnSpPr>
              <p:nvPr/>
            </p:nvCxnSpPr>
            <p:spPr>
              <a:xfrm>
                <a:off x="1116769" y="5907726"/>
                <a:ext cx="6751587" cy="1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A8F1318B-DB72-44F0-9973-EAEDD1F868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5593" y="4952240"/>
                <a:ext cx="6802763" cy="8309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</p:grpSp>
        <p:grpSp>
          <p:nvGrpSpPr>
            <p:cNvPr id="129" name="그룹 128"/>
            <p:cNvGrpSpPr/>
            <p:nvPr/>
          </p:nvGrpSpPr>
          <p:grpSpPr>
            <a:xfrm>
              <a:off x="1652059" y="1874929"/>
              <a:ext cx="5665051" cy="4304803"/>
              <a:chOff x="1615565" y="1322386"/>
              <a:chExt cx="5979779" cy="5584394"/>
            </a:xfrm>
          </p:grpSpPr>
          <p:cxnSp>
            <p:nvCxnSpPr>
              <p:cNvPr id="130" name="직선 연결선 129"/>
              <p:cNvCxnSpPr/>
              <p:nvPr/>
            </p:nvCxnSpPr>
            <p:spPr>
              <a:xfrm flipH="1">
                <a:off x="1615565" y="1322386"/>
                <a:ext cx="4438" cy="5477141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31" name="직선 연결선 130"/>
              <p:cNvCxnSpPr>
                <a:cxnSpLocks/>
              </p:cNvCxnSpPr>
              <p:nvPr/>
            </p:nvCxnSpPr>
            <p:spPr>
              <a:xfrm>
                <a:off x="3611763" y="1322386"/>
                <a:ext cx="1" cy="5584394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32" name="직선 연결선 131"/>
              <p:cNvCxnSpPr>
                <a:cxnSpLocks/>
              </p:cNvCxnSpPr>
              <p:nvPr/>
            </p:nvCxnSpPr>
            <p:spPr>
              <a:xfrm flipH="1">
                <a:off x="5601271" y="1322386"/>
                <a:ext cx="5703" cy="5584394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133" name="직선 연결선 132"/>
              <p:cNvCxnSpPr>
                <a:cxnSpLocks/>
              </p:cNvCxnSpPr>
              <p:nvPr/>
            </p:nvCxnSpPr>
            <p:spPr>
              <a:xfrm>
                <a:off x="7595344" y="1322386"/>
                <a:ext cx="0" cy="5584394"/>
              </a:xfrm>
              <a:prstGeom prst="line">
                <a:avLst/>
              </a:prstGeom>
              <a:noFill/>
              <a:ln w="19050" cap="rnd" cmpd="sng" algn="ctr">
                <a:solidFill>
                  <a:srgbClr val="FFFFFF">
                    <a:lumMod val="65000"/>
                  </a:srgbClr>
                </a:solidFill>
                <a:prstDash val="sysDot"/>
              </a:ln>
              <a:effectLst/>
            </p:spPr>
          </p:cxnSp>
        </p:grpSp>
        <p:sp>
          <p:nvSpPr>
            <p:cNvPr id="134" name="직사각형 133"/>
            <p:cNvSpPr/>
            <p:nvPr/>
          </p:nvSpPr>
          <p:spPr>
            <a:xfrm>
              <a:off x="1652059" y="2117262"/>
              <a:ext cx="1891133" cy="90225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1652147" y="2126006"/>
              <a:ext cx="781021" cy="5346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</a:pPr>
              <a:r>
                <a:rPr lang="en-US" altLang="ko-KR" sz="3200" b="1" spc="-100" dirty="0">
                  <a:solidFill>
                    <a:schemeClr val="bg1"/>
                  </a:solidFill>
                  <a:latin typeface="+mn-ea"/>
                </a:rPr>
                <a:t>01</a:t>
              </a: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2099992" y="2202386"/>
              <a:ext cx="1438336" cy="4221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</a:pPr>
              <a:r>
                <a:rPr lang="ko-KR" altLang="en-US" sz="2400" b="1" spc="-100" dirty="0">
                  <a:solidFill>
                    <a:schemeClr val="bg1"/>
                  </a:solidFill>
                  <a:latin typeface="+mn-ea"/>
                </a:rPr>
                <a:t>역량체계</a:t>
              </a:r>
              <a:endParaRPr lang="en-US" altLang="ko-KR" sz="2400" b="1" spc="-100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5" name="그림 4"/>
            <p:cNvPicPr>
              <a:picLocks/>
            </p:cNvPicPr>
            <p:nvPr/>
          </p:nvPicPr>
          <p:blipFill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419249" y="4807646"/>
              <a:ext cx="1919254" cy="926982"/>
            </a:xfrm>
            <a:prstGeom prst="rect">
              <a:avLst/>
            </a:prstGeom>
          </p:spPr>
        </p:pic>
      </p:grpSp>
      <p:cxnSp>
        <p:nvCxnSpPr>
          <p:cNvPr id="42" name="직선 연결선 41"/>
          <p:cNvCxnSpPr/>
          <p:nvPr/>
        </p:nvCxnSpPr>
        <p:spPr>
          <a:xfrm flipV="1">
            <a:off x="649354" y="1722384"/>
            <a:ext cx="1680374" cy="2054236"/>
          </a:xfrm>
          <a:prstGeom prst="line">
            <a:avLst/>
          </a:prstGeom>
          <a:ln w="3175"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V="1">
            <a:off x="2645834" y="5887848"/>
            <a:ext cx="1680374" cy="2054236"/>
          </a:xfrm>
          <a:prstGeom prst="line">
            <a:avLst/>
          </a:prstGeom>
          <a:ln w="3175"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4390063" y="-102016"/>
            <a:ext cx="1680374" cy="2054236"/>
          </a:xfrm>
          <a:prstGeom prst="line">
            <a:avLst/>
          </a:prstGeom>
          <a:ln w="3175">
            <a:solidFill>
              <a:schemeClr val="bg1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그룹 55"/>
          <p:cNvGrpSpPr/>
          <p:nvPr/>
        </p:nvGrpSpPr>
        <p:grpSpPr>
          <a:xfrm>
            <a:off x="623392" y="912770"/>
            <a:ext cx="2025262" cy="446661"/>
            <a:chOff x="3118142" y="4363082"/>
            <a:chExt cx="3162625" cy="697500"/>
          </a:xfrm>
        </p:grpSpPr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4" cstate="print">
              <a:biLevel thresh="25000"/>
            </a:blip>
            <a:stretch>
              <a:fillRect/>
            </a:stretch>
          </p:blipFill>
          <p:spPr>
            <a:xfrm>
              <a:off x="3118142" y="4363082"/>
              <a:ext cx="776250" cy="675000"/>
            </a:xfrm>
            <a:prstGeom prst="rect">
              <a:avLst/>
            </a:prstGeom>
          </p:spPr>
        </p:pic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5" cstate="print">
              <a:biLevel thresh="25000"/>
            </a:blip>
            <a:stretch>
              <a:fillRect/>
            </a:stretch>
          </p:blipFill>
          <p:spPr>
            <a:xfrm>
              <a:off x="3932492" y="4363082"/>
              <a:ext cx="765000" cy="675000"/>
            </a:xfrm>
            <a:prstGeom prst="rect">
              <a:avLst/>
            </a:prstGeom>
          </p:spPr>
        </p:pic>
        <p:pic>
          <p:nvPicPr>
            <p:cNvPr id="65" name="그림 64"/>
            <p:cNvPicPr>
              <a:picLocks noChangeAspect="1"/>
            </p:cNvPicPr>
            <p:nvPr/>
          </p:nvPicPr>
          <p:blipFill rotWithShape="1">
            <a:blip r:embed="rId6" cstate="print">
              <a:biLevel thresh="25000"/>
            </a:blip>
            <a:srcRect r="49194"/>
            <a:stretch/>
          </p:blipFill>
          <p:spPr>
            <a:xfrm>
              <a:off x="4738066" y="4363082"/>
              <a:ext cx="800200" cy="697500"/>
            </a:xfrm>
            <a:prstGeom prst="rect">
              <a:avLst/>
            </a:prstGeom>
          </p:spPr>
        </p:pic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7" cstate="print">
              <a:biLevel thresh="25000"/>
            </a:blip>
            <a:stretch>
              <a:fillRect/>
            </a:stretch>
          </p:blipFill>
          <p:spPr>
            <a:xfrm>
              <a:off x="5538267" y="4374332"/>
              <a:ext cx="742500" cy="675000"/>
            </a:xfrm>
            <a:prstGeom prst="rect">
              <a:avLst/>
            </a:prstGeom>
          </p:spPr>
        </p:pic>
      </p:grpSp>
      <p:sp>
        <p:nvSpPr>
          <p:cNvPr id="76" name="설명선: 굽은 선 2">
            <a:extLst>
              <a:ext uri="{FF2B5EF4-FFF2-40B4-BE49-F238E27FC236}">
                <a16:creationId xmlns:a16="http://schemas.microsoft.com/office/drawing/2014/main" id="{72386D27-16C4-482A-BB32-86E531A8F471}"/>
              </a:ext>
            </a:extLst>
          </p:cNvPr>
          <p:cNvSpPr/>
          <p:nvPr/>
        </p:nvSpPr>
        <p:spPr>
          <a:xfrm>
            <a:off x="5124942" y="578531"/>
            <a:ext cx="4893882" cy="735721"/>
          </a:xfrm>
          <a:prstGeom prst="borderCallout2">
            <a:avLst>
              <a:gd name="adj1" fmla="val 47497"/>
              <a:gd name="adj2" fmla="val -511"/>
              <a:gd name="adj3" fmla="val 47443"/>
              <a:gd name="adj4" fmla="val -11475"/>
              <a:gd name="adj5" fmla="val 184778"/>
              <a:gd name="adj6" fmla="val -19502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536312" latinLnBrk="0"/>
            <a:r>
              <a:rPr kumimoji="0" lang="ko-K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학습목차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입력</a:t>
            </a:r>
            <a:b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</a:rPr>
              <a:t>맑은 고딕 </a:t>
            </a:r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</a:rPr>
              <a:t>(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</a:rPr>
              <a:t>본문</a:t>
            </a:r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</a:rPr>
              <a:t>), 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</a:rPr>
              <a:t>숫자 </a:t>
            </a:r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</a:rPr>
              <a:t>32p/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</a:rPr>
              <a:t>목차 내용</a:t>
            </a:r>
            <a:r>
              <a:rPr kumimoji="0" lang="en-US" altLang="ko-KR" sz="16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24p, </a:t>
            </a:r>
            <a:r>
              <a:rPr kumimoji="0" lang="ko-KR" altLang="en-US" sz="16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흰색</a:t>
            </a:r>
            <a:r>
              <a:rPr kumimoji="0" lang="en-US" altLang="ko-KR" sz="16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진하게</a:t>
            </a:r>
            <a:r>
              <a:rPr kumimoji="0" lang="en-US" altLang="ko-KR" sz="16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)</a:t>
            </a:r>
          </a:p>
          <a:p>
            <a:pPr lvl="0" algn="ctr" defTabSz="536312" latinLnBrk="0"/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* 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목차 내용은 글자수에 따라 글자크기 조정 가능</a:t>
            </a:r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 </a:t>
            </a:r>
            <a:endParaRPr kumimoji="0" lang="en-US" altLang="ko-KR" sz="1600" b="1" i="0" u="none" strike="noStrike" kern="0" cap="none" spc="-37" normalizeH="0" baseline="0" noProof="0" dirty="0">
              <a:ln>
                <a:noFill/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A1BD176-1ABA-466C-B947-AF3C95BB9B7C}"/>
              </a:ext>
            </a:extLst>
          </p:cNvPr>
          <p:cNvGrpSpPr/>
          <p:nvPr/>
        </p:nvGrpSpPr>
        <p:grpSpPr>
          <a:xfrm>
            <a:off x="3071441" y="1935067"/>
            <a:ext cx="6548684" cy="2962667"/>
            <a:chOff x="3071441" y="1935067"/>
            <a:chExt cx="6548684" cy="2962667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ADCD9896-422F-4650-B1E4-D35D7CFC56A0}"/>
                </a:ext>
              </a:extLst>
            </p:cNvPr>
            <p:cNvSpPr/>
            <p:nvPr/>
          </p:nvSpPr>
          <p:spPr>
            <a:xfrm>
              <a:off x="5242739" y="1938128"/>
              <a:ext cx="2171593" cy="98681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0DB215E-492A-4928-831A-F21169884006}"/>
                </a:ext>
              </a:extLst>
            </p:cNvPr>
            <p:cNvSpPr/>
            <p:nvPr/>
          </p:nvSpPr>
          <p:spPr>
            <a:xfrm>
              <a:off x="7414505" y="1937416"/>
              <a:ext cx="2171593" cy="98681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EF673B7-FBC1-4268-9010-6518B1170C92}"/>
                </a:ext>
              </a:extLst>
            </p:cNvPr>
            <p:cNvSpPr/>
            <p:nvPr/>
          </p:nvSpPr>
          <p:spPr>
            <a:xfrm>
              <a:off x="3071441" y="2923308"/>
              <a:ext cx="2171593" cy="98681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A2CC5006-135A-4D5E-AA23-88F25FB64163}"/>
                </a:ext>
              </a:extLst>
            </p:cNvPr>
            <p:cNvSpPr/>
            <p:nvPr/>
          </p:nvSpPr>
          <p:spPr>
            <a:xfrm>
              <a:off x="3072681" y="3909035"/>
              <a:ext cx="2171593" cy="98681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A2AE70D-5A4D-41F3-ADA5-49B9F4C7F893}"/>
                </a:ext>
              </a:extLst>
            </p:cNvPr>
            <p:cNvSpPr/>
            <p:nvPr/>
          </p:nvSpPr>
          <p:spPr>
            <a:xfrm>
              <a:off x="5244107" y="2923247"/>
              <a:ext cx="2171593" cy="98681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06ABFF0E-D6AB-41E1-9E4B-2C56A86C48BF}"/>
                </a:ext>
              </a:extLst>
            </p:cNvPr>
            <p:cNvSpPr/>
            <p:nvPr/>
          </p:nvSpPr>
          <p:spPr>
            <a:xfrm>
              <a:off x="5243515" y="3910919"/>
              <a:ext cx="2171593" cy="98681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0781CCD4-4165-4645-BD20-D908A7F5C26B}"/>
                </a:ext>
              </a:extLst>
            </p:cNvPr>
            <p:cNvSpPr/>
            <p:nvPr/>
          </p:nvSpPr>
          <p:spPr>
            <a:xfrm>
              <a:off x="7414505" y="2922809"/>
              <a:ext cx="2171593" cy="98681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5305FD22-D7C7-4352-A831-31C4BE1CF22E}"/>
                </a:ext>
              </a:extLst>
            </p:cNvPr>
            <p:cNvSpPr/>
            <p:nvPr/>
          </p:nvSpPr>
          <p:spPr>
            <a:xfrm>
              <a:off x="7414504" y="3909035"/>
              <a:ext cx="2171593" cy="986815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2D2B1E19-3EB8-496F-A4CF-5F21402E62FF}"/>
                </a:ext>
              </a:extLst>
            </p:cNvPr>
            <p:cNvGrpSpPr/>
            <p:nvPr/>
          </p:nvGrpSpPr>
          <p:grpSpPr>
            <a:xfrm>
              <a:off x="3076270" y="2919102"/>
              <a:ext cx="2161451" cy="929231"/>
              <a:chOff x="3076270" y="2919102"/>
              <a:chExt cx="2161451" cy="929231"/>
            </a:xfrm>
          </p:grpSpPr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6DE18D5F-2E6C-4112-903F-BE9D28164479}"/>
                  </a:ext>
                </a:extLst>
              </p:cNvPr>
              <p:cNvSpPr/>
              <p:nvPr/>
            </p:nvSpPr>
            <p:spPr>
              <a:xfrm>
                <a:off x="3076270" y="2919102"/>
                <a:ext cx="89684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en-US" altLang="ko-KR" sz="3200" b="1" spc="-100" dirty="0">
                    <a:solidFill>
                      <a:schemeClr val="bg1"/>
                    </a:solidFill>
                    <a:latin typeface="+mn-ea"/>
                  </a:rPr>
                  <a:t>04</a:t>
                </a:r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73709D6D-31FA-466B-A27F-8713DDC93A0B}"/>
                  </a:ext>
                </a:extLst>
              </p:cNvPr>
              <p:cNvSpPr/>
              <p:nvPr/>
            </p:nvSpPr>
            <p:spPr>
              <a:xfrm>
                <a:off x="3586076" y="2978864"/>
                <a:ext cx="1651645" cy="8694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ko-KR" altLang="en-US" sz="2400" b="1" spc="-100" dirty="0">
                    <a:solidFill>
                      <a:schemeClr val="bg1"/>
                    </a:solidFill>
                    <a:latin typeface="+mn-ea"/>
                  </a:rPr>
                  <a:t>정리하기</a:t>
                </a:r>
                <a:endParaRPr lang="en-US" altLang="ko-KR" sz="2400" b="1" spc="-100" dirty="0">
                  <a:solidFill>
                    <a:schemeClr val="bg1"/>
                  </a:solidFill>
                  <a:latin typeface="+mn-ea"/>
                </a:endParaRPr>
              </a:p>
              <a:p>
                <a:pPr>
                  <a:spcBef>
                    <a:spcPts val="300"/>
                  </a:spcBef>
                </a:pPr>
                <a:r>
                  <a:rPr lang="en-US" altLang="ko-KR" sz="2400" b="1" spc="-100" dirty="0">
                    <a:solidFill>
                      <a:schemeClr val="bg1"/>
                    </a:solidFill>
                    <a:latin typeface="+mn-ea"/>
                  </a:rPr>
                  <a:t>(Summary)</a:t>
                </a: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4AD77F5-2966-4091-8B2A-1842BA285CB6}"/>
                </a:ext>
              </a:extLst>
            </p:cNvPr>
            <p:cNvGrpSpPr/>
            <p:nvPr/>
          </p:nvGrpSpPr>
          <p:grpSpPr>
            <a:xfrm>
              <a:off x="5248053" y="2919101"/>
              <a:ext cx="2165579" cy="584775"/>
              <a:chOff x="5248053" y="2919101"/>
              <a:chExt cx="2165579" cy="584775"/>
            </a:xfrm>
          </p:grpSpPr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46EDC27-894B-4A8A-9F9D-4BF5DEA23444}"/>
                  </a:ext>
                </a:extLst>
              </p:cNvPr>
              <p:cNvSpPr/>
              <p:nvPr/>
            </p:nvSpPr>
            <p:spPr>
              <a:xfrm>
                <a:off x="5248053" y="2919101"/>
                <a:ext cx="89684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en-US" altLang="ko-KR" sz="3200" b="1" spc="-100" dirty="0">
                    <a:solidFill>
                      <a:schemeClr val="bg1"/>
                    </a:solidFill>
                    <a:latin typeface="+mn-ea"/>
                  </a:rPr>
                  <a:t>05</a:t>
                </a: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5E7710A5-DF77-40D5-B87E-3CBCF0A5CA88}"/>
                  </a:ext>
                </a:extLst>
              </p:cNvPr>
              <p:cNvSpPr/>
              <p:nvPr/>
            </p:nvSpPr>
            <p:spPr>
              <a:xfrm>
                <a:off x="5761987" y="2977809"/>
                <a:ext cx="165164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ko-KR" altLang="en-US" sz="2400" b="1" spc="-100" dirty="0" err="1">
                    <a:solidFill>
                      <a:schemeClr val="bg1"/>
                    </a:solidFill>
                    <a:latin typeface="+mn-ea"/>
                  </a:rPr>
                  <a:t>질의∙응답</a:t>
                </a:r>
                <a:endParaRPr lang="en-US" altLang="ko-KR" sz="2400" b="1" spc="-1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E34553F-AB1D-4FB1-9291-21C02B6E1625}"/>
                </a:ext>
              </a:extLst>
            </p:cNvPr>
            <p:cNvGrpSpPr/>
            <p:nvPr/>
          </p:nvGrpSpPr>
          <p:grpSpPr>
            <a:xfrm>
              <a:off x="5243984" y="1935067"/>
              <a:ext cx="4376141" cy="584775"/>
              <a:chOff x="5243984" y="1935067"/>
              <a:chExt cx="4376141" cy="584775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8D2AB581-6D69-4BF0-B958-A8C702CFE6A5}"/>
                  </a:ext>
                </a:extLst>
              </p:cNvPr>
              <p:cNvSpPr/>
              <p:nvPr/>
            </p:nvSpPr>
            <p:spPr>
              <a:xfrm>
                <a:off x="5243984" y="1935067"/>
                <a:ext cx="89684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en-US" altLang="ko-KR" sz="3200" b="1" spc="-100" dirty="0">
                    <a:solidFill>
                      <a:schemeClr val="bg1"/>
                    </a:solidFill>
                    <a:latin typeface="+mn-ea"/>
                  </a:rPr>
                  <a:t>02</a:t>
                </a:r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ED2B4D99-AFE1-4C8B-9CD7-5AC50A03465A}"/>
                  </a:ext>
                </a:extLst>
              </p:cNvPr>
              <p:cNvSpPr/>
              <p:nvPr/>
            </p:nvSpPr>
            <p:spPr>
              <a:xfrm>
                <a:off x="5760513" y="2000786"/>
                <a:ext cx="165164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ko-KR" altLang="en-US" sz="2400" b="1" spc="-100" dirty="0">
                    <a:solidFill>
                      <a:schemeClr val="bg1"/>
                    </a:solidFill>
                    <a:latin typeface="+mn-ea"/>
                  </a:rPr>
                  <a:t>학습목표</a:t>
                </a:r>
                <a:endParaRPr lang="en-US" altLang="ko-KR" sz="2400" b="1" spc="-1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9EA23A95-63D4-414C-AD28-B0B97EE699BE}"/>
                  </a:ext>
                </a:extLst>
              </p:cNvPr>
              <p:cNvSpPr/>
              <p:nvPr/>
            </p:nvSpPr>
            <p:spPr>
              <a:xfrm>
                <a:off x="7968480" y="2000786"/>
                <a:ext cx="165164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ko-KR" altLang="en-US" sz="2400" b="1" spc="-100" dirty="0">
                    <a:solidFill>
                      <a:schemeClr val="bg1"/>
                    </a:solidFill>
                    <a:latin typeface="+mn-ea"/>
                  </a:rPr>
                  <a:t>실습</a:t>
                </a:r>
                <a:endParaRPr lang="en-US" altLang="ko-KR" sz="2400" b="1" spc="-1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77EEB77A-B28C-4389-A165-6626263A1BF1}"/>
                </a:ext>
              </a:extLst>
            </p:cNvPr>
            <p:cNvGrpSpPr/>
            <p:nvPr/>
          </p:nvGrpSpPr>
          <p:grpSpPr>
            <a:xfrm>
              <a:off x="7414530" y="1935067"/>
              <a:ext cx="2164393" cy="584775"/>
              <a:chOff x="7414530" y="1935067"/>
              <a:chExt cx="2164393" cy="584775"/>
            </a:xfrm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BB80E254-8C6A-4D31-BB4D-0C346A781F1C}"/>
                  </a:ext>
                </a:extLst>
              </p:cNvPr>
              <p:cNvSpPr/>
              <p:nvPr/>
            </p:nvSpPr>
            <p:spPr>
              <a:xfrm>
                <a:off x="7414530" y="1935067"/>
                <a:ext cx="89684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r>
                  <a:rPr lang="en-US" altLang="ko-KR" sz="3200" b="1" spc="-100" dirty="0">
                    <a:solidFill>
                      <a:schemeClr val="bg1"/>
                    </a:solidFill>
                    <a:latin typeface="+mn-ea"/>
                  </a:rPr>
                  <a:t>03</a:t>
                </a: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70EB4D46-1BB9-47EA-AAAF-CC38D0D4D6B0}"/>
                  </a:ext>
                </a:extLst>
              </p:cNvPr>
              <p:cNvSpPr/>
              <p:nvPr/>
            </p:nvSpPr>
            <p:spPr>
              <a:xfrm>
                <a:off x="7927278" y="1994603"/>
                <a:ext cx="165164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</a:pPr>
                <a:endParaRPr lang="en-US" altLang="ko-KR" sz="2400" b="1" spc="-1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sp>
        <p:nvSpPr>
          <p:cNvPr id="60" name="설명선: 굽은 선 2">
            <a:extLst>
              <a:ext uri="{FF2B5EF4-FFF2-40B4-BE49-F238E27FC236}">
                <a16:creationId xmlns:a16="http://schemas.microsoft.com/office/drawing/2014/main" id="{65A806E6-7C63-4596-9A60-8F96170D051D}"/>
              </a:ext>
            </a:extLst>
          </p:cNvPr>
          <p:cNvSpPr/>
          <p:nvPr/>
        </p:nvSpPr>
        <p:spPr>
          <a:xfrm>
            <a:off x="9714750" y="1398365"/>
            <a:ext cx="2248449" cy="526248"/>
          </a:xfrm>
          <a:prstGeom prst="borderCallout2">
            <a:avLst>
              <a:gd name="adj1" fmla="val 47497"/>
              <a:gd name="adj2" fmla="val -511"/>
              <a:gd name="adj3" fmla="val 47443"/>
              <a:gd name="adj4" fmla="val -11475"/>
              <a:gd name="adj5" fmla="val 48488"/>
              <a:gd name="adj6" fmla="val -42051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536312" latinLnBrk="0"/>
            <a:r>
              <a:rPr kumimoji="0" lang="en-US" altLang="ko-KR" sz="16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</a:rPr>
              <a:t>맑은 고딕 </a:t>
            </a:r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</a:rPr>
              <a:t>(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</a:rPr>
              <a:t>본문</a:t>
            </a:r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</a:rPr>
              <a:t>) 20</a:t>
            </a:r>
            <a:r>
              <a:rPr kumimoji="0" lang="en-US" altLang="ko-KR" sz="16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p, </a:t>
            </a:r>
          </a:p>
          <a:p>
            <a:pPr lvl="0" algn="ctr" defTabSz="536312" latinLnBrk="0"/>
            <a:r>
              <a:rPr kumimoji="0" lang="ko-KR" altLang="en-US" sz="16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검은색</a:t>
            </a:r>
            <a:r>
              <a:rPr kumimoji="0" lang="en-US" altLang="ko-KR" sz="16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진하게</a:t>
            </a:r>
            <a:endParaRPr kumimoji="0" lang="en-US" altLang="ko-KR" sz="1600" b="1" i="0" u="none" strike="noStrike" kern="0" cap="none" spc="-37" normalizeH="0" baseline="0" noProof="0" dirty="0">
              <a:ln>
                <a:noFill/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설명선: 굽은 선 2">
            <a:extLst>
              <a:ext uri="{FF2B5EF4-FFF2-40B4-BE49-F238E27FC236}">
                <a16:creationId xmlns:a16="http://schemas.microsoft.com/office/drawing/2014/main" id="{C347109F-4A4E-460A-A38F-3CDB1A03C02F}"/>
              </a:ext>
            </a:extLst>
          </p:cNvPr>
          <p:cNvSpPr/>
          <p:nvPr/>
        </p:nvSpPr>
        <p:spPr>
          <a:xfrm>
            <a:off x="8923009" y="3018101"/>
            <a:ext cx="3131652" cy="597637"/>
          </a:xfrm>
          <a:prstGeom prst="borderCallout2">
            <a:avLst>
              <a:gd name="adj1" fmla="val 47497"/>
              <a:gd name="adj2" fmla="val -511"/>
              <a:gd name="adj3" fmla="val 47443"/>
              <a:gd name="adj4" fmla="val -11475"/>
              <a:gd name="adj5" fmla="val -94486"/>
              <a:gd name="adj6" fmla="val -19695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defTabSz="536312" latinLnBrk="0"/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제목은 </a:t>
            </a:r>
            <a:r>
              <a:rPr kumimoji="0" lang="ko-KR" altLang="en-US" sz="16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학습 유형에 따라 선택사용</a:t>
            </a:r>
            <a:endParaRPr kumimoji="0" lang="en-US" altLang="ko-KR" sz="1600" b="1" i="0" u="none" strike="noStrike" kern="0" cap="none" spc="-37" normalizeH="0" baseline="0" noProof="0" dirty="0">
              <a:ln>
                <a:noFill/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>
              <a:defRPr/>
            </a:pP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 </a:t>
            </a:r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- 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정비경험</a:t>
            </a:r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/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토론</a:t>
            </a:r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/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사례탐구</a:t>
            </a:r>
            <a:r>
              <a:rPr lang="en-US" altLang="ko-KR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/</a:t>
            </a:r>
            <a:r>
              <a:rPr lang="ko-KR" altLang="en-US" sz="16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실습</a:t>
            </a:r>
            <a:endParaRPr kumimoji="0" lang="en-US" altLang="ko-KR" sz="1600" b="1" i="0" u="none" strike="noStrike" kern="0" cap="none" spc="-37" normalizeH="0" baseline="0" noProof="0" dirty="0">
              <a:ln>
                <a:noFill/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076F7F73-AFD1-41FD-8F04-574A15E405C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241965" y="4883064"/>
            <a:ext cx="2180737" cy="1008509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44CC72C1-B934-4313-BA0E-784F60D0DC4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70393" y="4890516"/>
            <a:ext cx="2199268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83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92" dirty="0">
                <a:latin typeface="+mn-ea"/>
              </a:rPr>
              <a:t>역량 체계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08CB30D-C950-45D7-808A-ED21C7E49346}"/>
              </a:ext>
            </a:extLst>
          </p:cNvPr>
          <p:cNvGrpSpPr/>
          <p:nvPr/>
        </p:nvGrpSpPr>
        <p:grpSpPr>
          <a:xfrm>
            <a:off x="623392" y="1556792"/>
            <a:ext cx="10945216" cy="1512168"/>
            <a:chOff x="624834" y="3912201"/>
            <a:chExt cx="10945216" cy="1512168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98C1D06-EAF4-4B52-A3D0-21BE0163B69B}"/>
                </a:ext>
              </a:extLst>
            </p:cNvPr>
            <p:cNvCxnSpPr>
              <a:cxnSpLocks/>
            </p:cNvCxnSpPr>
            <p:nvPr/>
          </p:nvCxnSpPr>
          <p:spPr>
            <a:xfrm>
              <a:off x="3036834" y="4776297"/>
              <a:ext cx="612121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7AC1ADD-38BC-4DD3-AA1C-D2D0F8B2140E}"/>
                </a:ext>
              </a:extLst>
            </p:cNvPr>
            <p:cNvSpPr/>
            <p:nvPr/>
          </p:nvSpPr>
          <p:spPr>
            <a:xfrm>
              <a:off x="624834" y="4335632"/>
              <a:ext cx="2412000" cy="1082923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9388" indent="-179388">
                <a:buFont typeface="Wingdings" panose="05000000000000000000" pitchFamily="2" charset="2"/>
                <a:buChar char="§"/>
              </a:pPr>
              <a:r>
                <a:rPr lang="ko-KR" altLang="en-US" b="1" dirty="0">
                  <a:solidFill>
                    <a:schemeClr val="tx1"/>
                  </a:solidFill>
                  <a:latin typeface="+mn-ea"/>
                </a:rPr>
                <a:t>전기전기설비 상태진단 역량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0E71796-47F0-4EE7-B02F-5D9F1944EBB2}"/>
                </a:ext>
              </a:extLst>
            </p:cNvPr>
            <p:cNvSpPr/>
            <p:nvPr/>
          </p:nvSpPr>
          <p:spPr>
            <a:xfrm>
              <a:off x="3380160" y="4338589"/>
              <a:ext cx="5417850" cy="1085780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9388" indent="-179388">
                <a:lnSpc>
                  <a:spcPct val="120000"/>
                </a:lnSpc>
                <a:spcAft>
                  <a:spcPts val="369"/>
                </a:spcAft>
                <a:buFont typeface="Wingdings" panose="05000000000000000000" pitchFamily="2" charset="2"/>
                <a:buChar char="§"/>
              </a:pPr>
              <a:r>
                <a:rPr lang="ko-KR" altLang="en-US" b="1" dirty="0">
                  <a:solidFill>
                    <a:schemeClr val="tx1"/>
                  </a:solidFill>
                  <a:latin typeface="+mn-ea"/>
                </a:rPr>
                <a:t>유지보수품목에 따라 전기설비 정비전략을 수립하고 정비이력을 관리한다</a:t>
              </a:r>
              <a:r>
                <a:rPr lang="en-US" altLang="ko-KR" b="1" dirty="0">
                  <a:solidFill>
                    <a:schemeClr val="tx1"/>
                  </a:solidFill>
                  <a:latin typeface="+mn-ea"/>
                </a:rPr>
                <a:t>.</a:t>
              </a:r>
              <a:endParaRPr lang="en-US" altLang="ko-KR" spc="-98" dirty="0">
                <a:solidFill>
                  <a:sysClr val="windowText" lastClr="000000"/>
                </a:solidFill>
                <a:latin typeface="+mn-ea"/>
                <a:cs typeface="KoPubWorld돋움체_Pro Medium" panose="00000600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3FE1516-7690-4E35-9CB5-8ACD27A90DEA}"/>
                </a:ext>
              </a:extLst>
            </p:cNvPr>
            <p:cNvSpPr/>
            <p:nvPr/>
          </p:nvSpPr>
          <p:spPr>
            <a:xfrm>
              <a:off x="9158050" y="4335632"/>
              <a:ext cx="2412000" cy="1082923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9388" indent="-179388">
                <a:buFont typeface="Wingdings" panose="05000000000000000000" pitchFamily="2" charset="2"/>
                <a:buChar char="§"/>
              </a:pPr>
              <a:r>
                <a:rPr lang="ko-KR" altLang="en-US" b="1" dirty="0">
                  <a:solidFill>
                    <a:schemeClr val="tx1"/>
                  </a:solidFill>
                  <a:latin typeface="+mn-ea"/>
                </a:rPr>
                <a:t>전기전기설비 상태진단 역량</a:t>
              </a:r>
              <a:endParaRPr lang="en-US" altLang="ko-KR" spc="-98" dirty="0">
                <a:solidFill>
                  <a:sysClr val="windowText" lastClr="000000"/>
                </a:solidFill>
                <a:latin typeface="+mn-ea"/>
                <a:cs typeface="KoPubWorld돋움체_Pro Medium" panose="00000600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05666C2-85F2-4A61-8C60-8EBE37D8E2C8}"/>
                </a:ext>
              </a:extLst>
            </p:cNvPr>
            <p:cNvSpPr/>
            <p:nvPr/>
          </p:nvSpPr>
          <p:spPr>
            <a:xfrm>
              <a:off x="9158050" y="3912201"/>
              <a:ext cx="2412000" cy="423424"/>
            </a:xfrm>
            <a:prstGeom prst="rect">
              <a:avLst/>
            </a:prstGeom>
            <a:solidFill>
              <a:srgbClr val="306DA5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spc="-98" dirty="0">
                  <a:solidFill>
                    <a:schemeClr val="bg1"/>
                  </a:solidFill>
                  <a:latin typeface="+mn-ea"/>
                  <a:cs typeface="KoPubWorld돋움체_Pro Bold" panose="00000800000000000000" pitchFamily="50" charset="-127"/>
                </a:rPr>
                <a:t>Task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EB3238C-9F61-4BD4-B163-BEC200F64743}"/>
                </a:ext>
              </a:extLst>
            </p:cNvPr>
            <p:cNvSpPr/>
            <p:nvPr/>
          </p:nvSpPr>
          <p:spPr>
            <a:xfrm>
              <a:off x="3380160" y="3918021"/>
              <a:ext cx="5417850" cy="423424"/>
            </a:xfrm>
            <a:prstGeom prst="rect">
              <a:avLst/>
            </a:prstGeom>
            <a:solidFill>
              <a:srgbClr val="306DA5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spc="-98" dirty="0">
                  <a:solidFill>
                    <a:schemeClr val="bg1"/>
                  </a:solidFill>
                  <a:latin typeface="+mn-ea"/>
                  <a:cs typeface="KoPubWorld돋움체_Pro Bold" panose="00000800000000000000" pitchFamily="50" charset="-127"/>
                </a:rPr>
                <a:t>행동지표</a:t>
              </a:r>
              <a:endParaRPr lang="en-US" altLang="ko-KR" b="1" spc="-98" dirty="0">
                <a:solidFill>
                  <a:schemeClr val="bg1"/>
                </a:solidFill>
                <a:latin typeface="+mn-ea"/>
                <a:cs typeface="KoPubWorld돋움체_Pro Bold" panose="00000800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B8DB175-5E6E-4477-8049-C06CBE70664C}"/>
                </a:ext>
              </a:extLst>
            </p:cNvPr>
            <p:cNvSpPr/>
            <p:nvPr/>
          </p:nvSpPr>
          <p:spPr>
            <a:xfrm>
              <a:off x="624834" y="3912203"/>
              <a:ext cx="2412000" cy="423424"/>
            </a:xfrm>
            <a:prstGeom prst="rect">
              <a:avLst/>
            </a:prstGeom>
            <a:solidFill>
              <a:srgbClr val="306DA5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spc="-98" dirty="0">
                  <a:solidFill>
                    <a:schemeClr val="bg1"/>
                  </a:solidFill>
                  <a:latin typeface="+mn-ea"/>
                  <a:cs typeface="KoPubWorld돋움체_Pro Bold" panose="00000800000000000000" pitchFamily="50" charset="-127"/>
                </a:rPr>
                <a:t>역량</a:t>
              </a:r>
              <a:endParaRPr lang="en-US" altLang="ko-KR" b="1" spc="-98" dirty="0">
                <a:solidFill>
                  <a:schemeClr val="bg1"/>
                </a:solidFill>
                <a:latin typeface="+mn-ea"/>
                <a:cs typeface="KoPubWorld돋움체_Pro Bold" panose="00000800000000000000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88992C5-BF0D-4B45-AAC0-610E7C6BDB34}"/>
              </a:ext>
            </a:extLst>
          </p:cNvPr>
          <p:cNvGrpSpPr/>
          <p:nvPr/>
        </p:nvGrpSpPr>
        <p:grpSpPr>
          <a:xfrm>
            <a:off x="623392" y="3973126"/>
            <a:ext cx="10297143" cy="2228377"/>
            <a:chOff x="1190606" y="4801014"/>
            <a:chExt cx="10297143" cy="1940354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E0F0D35-645F-4E71-B3A1-1DFF1D9B2E5D}"/>
                </a:ext>
              </a:extLst>
            </p:cNvPr>
            <p:cNvGrpSpPr/>
            <p:nvPr/>
          </p:nvGrpSpPr>
          <p:grpSpPr>
            <a:xfrm>
              <a:off x="1190606" y="4801014"/>
              <a:ext cx="3096000" cy="1940354"/>
              <a:chOff x="1593355" y="4548037"/>
              <a:chExt cx="2097823" cy="1785561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BF1E8E45-95D6-449B-92DC-FA254517F062}"/>
                  </a:ext>
                </a:extLst>
              </p:cNvPr>
              <p:cNvSpPr/>
              <p:nvPr/>
            </p:nvSpPr>
            <p:spPr>
              <a:xfrm>
                <a:off x="1593355" y="4894191"/>
                <a:ext cx="2097823" cy="1439407"/>
              </a:xfrm>
              <a:prstGeom prst="rect">
                <a:avLst/>
              </a:prstGeom>
              <a:solidFill>
                <a:schemeClr val="bg1">
                  <a:lumMod val="85000"/>
                  <a:alpha val="3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32923" bIns="44308" rtlCol="0" anchor="t"/>
              <a:lstStyle/>
              <a:p>
                <a:pPr marL="179388" indent="-179388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예측정비</a:t>
                </a:r>
                <a:r>
                  <a:rPr lang="en-US" altLang="ko-KR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(e)</a:t>
                </a:r>
              </a:p>
              <a:p>
                <a:pPr marL="179388" indent="-179388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전기기초</a:t>
                </a:r>
                <a:r>
                  <a:rPr lang="en-US" altLang="ko-KR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(e)</a:t>
                </a:r>
              </a:p>
              <a:p>
                <a:pPr marL="179388" indent="-179388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PI</a:t>
                </a:r>
                <a:r>
                  <a:rPr lang="ko-KR" altLang="en-US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시스템 고급</a:t>
                </a:r>
                <a:r>
                  <a:rPr lang="en-US" altLang="ko-KR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(e)</a:t>
                </a:r>
              </a:p>
              <a:p>
                <a:pPr marL="179388" indent="-179388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전력전자일반</a:t>
                </a:r>
                <a:r>
                  <a:rPr lang="en-US" altLang="ko-KR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(e)</a:t>
                </a:r>
                <a:endParaRPr lang="en-US" altLang="ko-KR" b="1" spc="-98" dirty="0">
                  <a:solidFill>
                    <a:sysClr val="windowText" lastClr="000000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994077B8-51FB-4E87-A01D-42FF304ED570}"/>
                  </a:ext>
                </a:extLst>
              </p:cNvPr>
              <p:cNvSpPr/>
              <p:nvPr/>
            </p:nvSpPr>
            <p:spPr>
              <a:xfrm>
                <a:off x="1593355" y="4548037"/>
                <a:ext cx="2097823" cy="346154"/>
              </a:xfrm>
              <a:prstGeom prst="rect">
                <a:avLst/>
              </a:prstGeom>
              <a:solidFill>
                <a:srgbClr val="316DA5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spc="-98" dirty="0">
                    <a:solidFill>
                      <a:schemeClr val="bg1"/>
                    </a:solidFill>
                    <a:latin typeface="+mn-ea"/>
                    <a:cs typeface="KoPubWorld돋움체_Pro Bold" panose="00000800000000000000" pitchFamily="50" charset="-127"/>
                  </a:rPr>
                  <a:t>사전학습</a:t>
                </a:r>
                <a:endParaRPr lang="en-US" altLang="ko-KR" b="1" spc="-98" dirty="0">
                  <a:solidFill>
                    <a:schemeClr val="bg1"/>
                  </a:solidFill>
                  <a:latin typeface="+mn-ea"/>
                  <a:cs typeface="KoPubWorld돋움체_Pro Bold" panose="00000800000000000000" pitchFamily="50" charset="-127"/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6C1CBEE-D20F-40A1-BCC1-78680C5E0907}"/>
                </a:ext>
              </a:extLst>
            </p:cNvPr>
            <p:cNvGrpSpPr/>
            <p:nvPr/>
          </p:nvGrpSpPr>
          <p:grpSpPr>
            <a:xfrm>
              <a:off x="4791350" y="4801014"/>
              <a:ext cx="3096000" cy="1940354"/>
              <a:chOff x="4074081" y="4548037"/>
              <a:chExt cx="2097823" cy="1785561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67006FD2-DCEC-4CC6-BB04-FE51C585D9C3}"/>
                  </a:ext>
                </a:extLst>
              </p:cNvPr>
              <p:cNvSpPr/>
              <p:nvPr/>
            </p:nvSpPr>
            <p:spPr>
              <a:xfrm>
                <a:off x="4074081" y="4894191"/>
                <a:ext cx="2097823" cy="1439407"/>
              </a:xfrm>
              <a:prstGeom prst="rect">
                <a:avLst/>
              </a:prstGeom>
              <a:solidFill>
                <a:schemeClr val="bg1">
                  <a:lumMod val="85000"/>
                  <a:alpha val="3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32923" bIns="44308" rtlCol="0" anchor="t"/>
              <a:lstStyle/>
              <a:p>
                <a:pPr marL="179388" indent="-179388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RCP </a:t>
                </a:r>
                <a:r>
                  <a:rPr lang="ko-KR" altLang="en-US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전동기 실무</a:t>
                </a:r>
                <a:endParaRPr lang="en-US" altLang="ko-KR" b="1" spc="-98" dirty="0">
                  <a:solidFill>
                    <a:sysClr val="windowText" lastClr="000000"/>
                  </a:solidFill>
                  <a:latin typeface="+mn-ea"/>
                  <a:cs typeface="KoPubWorld돋움체_Pro Medium" panose="00000600000000000000" pitchFamily="50" charset="-127"/>
                </a:endParaRPr>
              </a:p>
              <a:p>
                <a:pPr marL="442913" lvl="1" indent="-261938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150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RCP </a:t>
                </a:r>
                <a:r>
                  <a:rPr lang="ko-KR" altLang="en-US" sz="1600" spc="-150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전동기 구조 및 구성품 등       </a:t>
                </a:r>
                <a:r>
                  <a:rPr lang="en-US" altLang="ko-KR" sz="1600" spc="-150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3</a:t>
                </a:r>
                <a:r>
                  <a:rPr lang="ko-KR" altLang="en-US" sz="1600" spc="-150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개 과목</a:t>
                </a:r>
                <a:endParaRPr lang="en-US" altLang="ko-KR" sz="1600" spc="-150" dirty="0">
                  <a:solidFill>
                    <a:sysClr val="windowText" lastClr="000000"/>
                  </a:solidFill>
                  <a:latin typeface="+mn-ea"/>
                  <a:cs typeface="KoPubWorld돋움체_Pro Medium" panose="00000600000000000000" pitchFamily="50" charset="-127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829FF18A-EA9C-4DFC-8AA8-17DB284D0719}"/>
                  </a:ext>
                </a:extLst>
              </p:cNvPr>
              <p:cNvSpPr/>
              <p:nvPr/>
            </p:nvSpPr>
            <p:spPr>
              <a:xfrm>
                <a:off x="4074081" y="4548037"/>
                <a:ext cx="2097823" cy="346154"/>
              </a:xfrm>
              <a:prstGeom prst="rect">
                <a:avLst/>
              </a:prstGeom>
              <a:solidFill>
                <a:srgbClr val="316DA5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spc="-98" dirty="0">
                    <a:solidFill>
                      <a:schemeClr val="bg1"/>
                    </a:solidFill>
                    <a:latin typeface="+mn-ea"/>
                    <a:cs typeface="KoPubWorld돋움체_Pro Bold" panose="00000800000000000000" pitchFamily="50" charset="-127"/>
                  </a:rPr>
                  <a:t>집합교육</a:t>
                </a:r>
                <a:endParaRPr lang="en-US" altLang="ko-KR" b="1" spc="-98" dirty="0">
                  <a:solidFill>
                    <a:schemeClr val="bg1"/>
                  </a:solidFill>
                  <a:latin typeface="+mn-ea"/>
                  <a:cs typeface="KoPubWorld돋움체_Pro Bold" panose="00000800000000000000" pitchFamily="50" charset="-127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9E8E2DC-2D93-4DAE-84ED-A555856C5277}"/>
                </a:ext>
              </a:extLst>
            </p:cNvPr>
            <p:cNvGrpSpPr/>
            <p:nvPr/>
          </p:nvGrpSpPr>
          <p:grpSpPr>
            <a:xfrm>
              <a:off x="8391749" y="4801014"/>
              <a:ext cx="3096000" cy="1940354"/>
              <a:chOff x="6600430" y="4548037"/>
              <a:chExt cx="2097823" cy="1785561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0EEA88E-2574-46AE-A1B5-0324ACDCE556}"/>
                  </a:ext>
                </a:extLst>
              </p:cNvPr>
              <p:cNvSpPr/>
              <p:nvPr/>
            </p:nvSpPr>
            <p:spPr>
              <a:xfrm>
                <a:off x="6600430" y="4894191"/>
                <a:ext cx="2097823" cy="1439407"/>
              </a:xfrm>
              <a:prstGeom prst="rect">
                <a:avLst/>
              </a:prstGeom>
              <a:solidFill>
                <a:schemeClr val="bg1">
                  <a:lumMod val="85000"/>
                  <a:alpha val="3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32923" bIns="44308" rtlCol="0" anchor="t"/>
              <a:lstStyle/>
              <a:p>
                <a:pPr marL="179388" indent="-179388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원자력 전기</a:t>
                </a:r>
                <a:endParaRPr lang="en-US" altLang="ko-KR" b="1" spc="-98" dirty="0">
                  <a:solidFill>
                    <a:sysClr val="windowText" lastClr="000000"/>
                  </a:solidFill>
                  <a:latin typeface="+mn-ea"/>
                  <a:cs typeface="KoPubWorld돋움체_Pro Medium" panose="00000600000000000000" pitchFamily="50" charset="-127"/>
                </a:endParaRPr>
              </a:p>
              <a:p>
                <a:pPr marL="179388" indent="-179388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b="1" spc="-98" dirty="0">
                    <a:solidFill>
                      <a:sysClr val="windowText" lastClr="000000"/>
                    </a:solidFill>
                    <a:latin typeface="+mn-ea"/>
                    <a:cs typeface="KoPubWorld돋움체_Pro Medium" panose="00000600000000000000" pitchFamily="50" charset="-127"/>
                  </a:rPr>
                  <a:t>플랜트 전기설비 핵심실무</a:t>
                </a:r>
                <a:endParaRPr lang="en-US" altLang="ko-KR" b="1" spc="-98" dirty="0">
                  <a:solidFill>
                    <a:sysClr val="windowText" lastClr="000000"/>
                  </a:solidFill>
                  <a:latin typeface="+mn-ea"/>
                  <a:cs typeface="KoPubWorld돋움체_Pro Medium" panose="00000600000000000000" pitchFamily="50" charset="-127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A2F7558A-C849-4BCE-BC1E-F0D28409280D}"/>
                  </a:ext>
                </a:extLst>
              </p:cNvPr>
              <p:cNvSpPr/>
              <p:nvPr/>
            </p:nvSpPr>
            <p:spPr>
              <a:xfrm>
                <a:off x="6600430" y="4548037"/>
                <a:ext cx="2097823" cy="346154"/>
              </a:xfrm>
              <a:prstGeom prst="rect">
                <a:avLst/>
              </a:prstGeom>
              <a:solidFill>
                <a:srgbClr val="316DA5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spc="-98" dirty="0">
                    <a:solidFill>
                      <a:schemeClr val="bg1"/>
                    </a:solidFill>
                    <a:latin typeface="+mn-ea"/>
                    <a:cs typeface="KoPubWorld돋움체_Pro Bold" panose="00000800000000000000" pitchFamily="50" charset="-127"/>
                  </a:rPr>
                  <a:t>사외교육</a:t>
                </a:r>
                <a:endParaRPr lang="en-US" altLang="ko-KR" b="1" spc="-98" dirty="0">
                  <a:solidFill>
                    <a:schemeClr val="bg1"/>
                  </a:solidFill>
                  <a:latin typeface="+mn-ea"/>
                  <a:cs typeface="KoPubWorld돋움체_Pro Bold" panose="00000800000000000000" pitchFamily="50" charset="-127"/>
                </a:endParaRP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723A204-6D3B-44AA-B795-EEE24439CB08}"/>
              </a:ext>
            </a:extLst>
          </p:cNvPr>
          <p:cNvGrpSpPr/>
          <p:nvPr/>
        </p:nvGrpSpPr>
        <p:grpSpPr>
          <a:xfrm>
            <a:off x="346037" y="3497965"/>
            <a:ext cx="3823491" cy="400110"/>
            <a:chOff x="408540" y="970662"/>
            <a:chExt cx="3823491" cy="4001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FA31278-BA06-4FFC-85AC-A6ADCB4437E9}"/>
                </a:ext>
              </a:extLst>
            </p:cNvPr>
            <p:cNvSpPr txBox="1"/>
            <p:nvPr/>
          </p:nvSpPr>
          <p:spPr>
            <a:xfrm>
              <a:off x="582587" y="970662"/>
              <a:ext cx="36494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balanced" dir="t">
                  <a:rot lat="0" lon="0" rev="2100000"/>
                </a:lightRig>
              </a:scene3d>
              <a:sp3d extrusionH="57150" prstMaterial="metal">
                <a:bevelT w="38100" h="25400"/>
                <a:contourClr>
                  <a:schemeClr val="bg2"/>
                </a:contourClr>
              </a:sp3d>
            </a:bodyPr>
            <a:lstStyle/>
            <a:p>
              <a:r>
                <a:rPr lang="ko-KR" altLang="en-US" sz="2000" b="1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164AF"/>
                  </a:solidFill>
                  <a:effectLst>
                    <a:reflection stA="45000" endPos="2000" dist="50800" dir="5400000" sy="-100000" algn="bl" rotWithShape="0"/>
                  </a:effectLst>
                  <a:latin typeface="+mj-ea"/>
                  <a:ea typeface="+mj-ea"/>
                  <a:cs typeface="KoPubWorld돋움체_Pro Bold" panose="00000800000000000000" pitchFamily="50" charset="-127"/>
                </a:rPr>
                <a:t>연계 교육</a:t>
              </a: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E38B5AC4-FEBC-414D-A499-453C6F90604E}"/>
                </a:ext>
              </a:extLst>
            </p:cNvPr>
            <p:cNvSpPr/>
            <p:nvPr/>
          </p:nvSpPr>
          <p:spPr bwMode="auto">
            <a:xfrm>
              <a:off x="419217" y="1167922"/>
              <a:ext cx="123216" cy="22865"/>
            </a:xfrm>
            <a:prstGeom prst="ellipse">
              <a:avLst/>
            </a:prstGeom>
            <a:gradFill flip="none" rotWithShape="1">
              <a:gsLst>
                <a:gs pos="100000">
                  <a:schemeClr val="accent1">
                    <a:tint val="66000"/>
                    <a:satMod val="160000"/>
                    <a:alpha val="0"/>
                  </a:schemeClr>
                </a:gs>
                <a:gs pos="1000">
                  <a:schemeClr val="tx1">
                    <a:lumMod val="85000"/>
                    <a:lumOff val="15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dirty="0">
                <a:ln w="9525">
                  <a:solidFill>
                    <a:schemeClr val="accent1">
                      <a:alpha val="0"/>
                    </a:schemeClr>
                  </a:solidFill>
                </a:ln>
                <a:effectLst>
                  <a:reflection stA="45000" endPos="2000" dist="50800" dir="5400000" sy="-100000" algn="bl" rotWithShape="0"/>
                </a:effectLst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AADB24B-60B3-4DB6-AD86-ED9D075EAEC5}"/>
                </a:ext>
              </a:extLst>
            </p:cNvPr>
            <p:cNvSpPr/>
            <p:nvPr/>
          </p:nvSpPr>
          <p:spPr bwMode="auto">
            <a:xfrm>
              <a:off x="420864" y="1056171"/>
              <a:ext cx="126318" cy="126293"/>
            </a:xfrm>
            <a:prstGeom prst="ellipse">
              <a:avLst/>
            </a:prstGeom>
            <a:solidFill>
              <a:srgbClr val="4164AF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dirty="0">
                <a:ln w="9525">
                  <a:solidFill>
                    <a:schemeClr val="accent1">
                      <a:alpha val="0"/>
                    </a:schemeClr>
                  </a:solidFill>
                </a:ln>
                <a:effectLst>
                  <a:reflection stA="45000" endPos="2000" dist="50800" dir="5400000" sy="-100000" algn="bl" rotWithShape="0"/>
                </a:effectLst>
              </a:endParaRPr>
            </a:p>
          </p:txBody>
        </p:sp>
        <p:pic>
          <p:nvPicPr>
            <p:cNvPr id="32" name="그림 25" descr="방울.png">
              <a:extLst>
                <a:ext uri="{FF2B5EF4-FFF2-40B4-BE49-F238E27FC236}">
                  <a16:creationId xmlns:a16="http://schemas.microsoft.com/office/drawing/2014/main" id="{6FB51EAB-AE1E-4456-B4BC-0CACE3F5E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408540" y="1121487"/>
              <a:ext cx="144016" cy="1476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85700FA-DB60-4506-B9D2-1D01E985F471}"/>
              </a:ext>
            </a:extLst>
          </p:cNvPr>
          <p:cNvGrpSpPr/>
          <p:nvPr/>
        </p:nvGrpSpPr>
        <p:grpSpPr>
          <a:xfrm>
            <a:off x="6562796" y="6456413"/>
            <a:ext cx="4423463" cy="216000"/>
            <a:chOff x="4359030" y="9313200"/>
            <a:chExt cx="4423463" cy="21600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3F54405-9AEF-43B7-883A-59883ABE0A83}"/>
                </a:ext>
              </a:extLst>
            </p:cNvPr>
            <p:cNvSpPr txBox="1"/>
            <p:nvPr/>
          </p:nvSpPr>
          <p:spPr>
            <a:xfrm>
              <a:off x="5086800" y="9340410"/>
              <a:ext cx="659155" cy="16158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900" b="1" kern="0" spc="-4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Medium" panose="02000603000000020004" pitchFamily="2" charset="-127"/>
                </a:defRPr>
              </a:lvl1pPr>
            </a:lstStyle>
            <a:p>
              <a:pPr algn="l"/>
              <a:r>
                <a:rPr lang="af-ZA" altLang="ko-KR" sz="1050" dirty="0"/>
                <a:t>(e) : </a:t>
              </a:r>
              <a:r>
                <a:rPr lang="ko-KR" altLang="en-US" sz="1050" dirty="0"/>
                <a:t>이러닝</a:t>
              </a:r>
              <a:endParaRPr lang="en-US" altLang="ko-KR" sz="105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122B38E-D191-44D9-ACE2-55AD6DB35C76}"/>
                </a:ext>
              </a:extLst>
            </p:cNvPr>
            <p:cNvSpPr txBox="1"/>
            <p:nvPr/>
          </p:nvSpPr>
          <p:spPr>
            <a:xfrm>
              <a:off x="5842800" y="9340410"/>
              <a:ext cx="1099019" cy="16158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900" b="1" kern="0" spc="-4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Medium" panose="02000603000000020004" pitchFamily="2" charset="-127"/>
                </a:defRPr>
              </a:lvl1pPr>
            </a:lstStyle>
            <a:p>
              <a:pPr algn="l"/>
              <a:r>
                <a:rPr lang="en-US" altLang="ko-KR" sz="1050" dirty="0"/>
                <a:t>(m) : </a:t>
              </a:r>
              <a:r>
                <a:rPr lang="ko-KR" altLang="en-US" sz="1050" dirty="0" err="1"/>
                <a:t>마이크로러닝</a:t>
              </a:r>
              <a:endParaRPr lang="en-US" altLang="ko-KR" sz="105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B9A7CC-A7D6-4B22-B582-37E570C8A38D}"/>
                </a:ext>
              </a:extLst>
            </p:cNvPr>
            <p:cNvSpPr txBox="1"/>
            <p:nvPr/>
          </p:nvSpPr>
          <p:spPr>
            <a:xfrm>
              <a:off x="6973200" y="9340410"/>
              <a:ext cx="714298" cy="16158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900" b="1" kern="0" spc="-4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Medium" panose="02000603000000020004" pitchFamily="2" charset="-127"/>
                </a:defRPr>
              </a:lvl1pPr>
            </a:lstStyle>
            <a:p>
              <a:pPr algn="l"/>
              <a:r>
                <a:rPr lang="en-US" altLang="ko-KR" sz="1050" dirty="0"/>
                <a:t>(K) : K-Tube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8A135A9-ED0A-4DDD-B9A6-225263F0189F}"/>
                </a:ext>
              </a:extLst>
            </p:cNvPr>
            <p:cNvSpPr txBox="1"/>
            <p:nvPr/>
          </p:nvSpPr>
          <p:spPr>
            <a:xfrm>
              <a:off x="7750800" y="9340410"/>
              <a:ext cx="1031693" cy="16158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900" b="1" kern="0" spc="-4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Medium" panose="02000603000000020004" pitchFamily="2" charset="-127"/>
                </a:defRPr>
              </a:lvl1pPr>
            </a:lstStyle>
            <a:p>
              <a:pPr algn="l"/>
              <a:r>
                <a:rPr lang="en-US" altLang="ko-KR" sz="1050" dirty="0"/>
                <a:t>(L) : Live-Campus</a:t>
              </a: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CC6491CF-8C62-4463-BBBC-03140AA43E08}"/>
                </a:ext>
              </a:extLst>
            </p:cNvPr>
            <p:cNvSpPr/>
            <p:nvPr/>
          </p:nvSpPr>
          <p:spPr>
            <a:xfrm>
              <a:off x="4359030" y="9313200"/>
              <a:ext cx="648000" cy="216000"/>
            </a:xfrm>
            <a:prstGeom prst="roundRect">
              <a:avLst>
                <a:gd name="adj" fmla="val 24857"/>
              </a:avLst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  <a:effectLst/>
          </p:spPr>
          <p:txBody>
            <a:bodyPr vert="horz" lIns="36000" rIns="36000" anchor="ctr"/>
            <a:lstStyle/>
            <a:p>
              <a:pPr algn="ctr" defTabSz="914378">
                <a:defRPr/>
              </a:pPr>
              <a:r>
                <a:rPr lang="ko-KR" altLang="en-US" sz="1050" b="1" kern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범례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3066E7DC-0A3F-4247-A341-A95145306390}"/>
              </a:ext>
            </a:extLst>
          </p:cNvPr>
          <p:cNvGrpSpPr/>
          <p:nvPr/>
        </p:nvGrpSpPr>
        <p:grpSpPr>
          <a:xfrm>
            <a:off x="335360" y="1012666"/>
            <a:ext cx="3823491" cy="400110"/>
            <a:chOff x="408540" y="970662"/>
            <a:chExt cx="3823491" cy="40011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3465CDD-BCAA-40EC-84B3-65903F3DFF6C}"/>
                </a:ext>
              </a:extLst>
            </p:cNvPr>
            <p:cNvSpPr txBox="1"/>
            <p:nvPr/>
          </p:nvSpPr>
          <p:spPr>
            <a:xfrm>
              <a:off x="582587" y="970662"/>
              <a:ext cx="36494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balanced" dir="t">
                  <a:rot lat="0" lon="0" rev="2100000"/>
                </a:lightRig>
              </a:scene3d>
              <a:sp3d extrusionH="57150" prstMaterial="metal">
                <a:bevelT w="38100" h="25400"/>
                <a:contourClr>
                  <a:schemeClr val="bg2"/>
                </a:contourClr>
              </a:sp3d>
            </a:bodyPr>
            <a:lstStyle/>
            <a:p>
              <a:r>
                <a:rPr lang="ko-KR" altLang="en-US" sz="2000" b="1" dirty="0">
                  <a:ln w="9525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164AF"/>
                  </a:solidFill>
                  <a:effectLst>
                    <a:reflection stA="45000" endPos="2000" dist="50800" dir="5400000" sy="-100000" algn="bl" rotWithShape="0"/>
                  </a:effectLst>
                  <a:latin typeface="+mj-ea"/>
                  <a:ea typeface="+mj-ea"/>
                  <a:cs typeface="KoPubWorld돋움체_Pro Bold" panose="00000800000000000000" pitchFamily="50" charset="-127"/>
                </a:rPr>
                <a:t>역량 체계</a:t>
              </a: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7EDC7F3A-5E92-490B-8A72-939269CB5870}"/>
                </a:ext>
              </a:extLst>
            </p:cNvPr>
            <p:cNvSpPr/>
            <p:nvPr/>
          </p:nvSpPr>
          <p:spPr bwMode="auto">
            <a:xfrm>
              <a:off x="419217" y="1167922"/>
              <a:ext cx="123216" cy="22865"/>
            </a:xfrm>
            <a:prstGeom prst="ellipse">
              <a:avLst/>
            </a:prstGeom>
            <a:gradFill flip="none" rotWithShape="1">
              <a:gsLst>
                <a:gs pos="100000">
                  <a:schemeClr val="accent1">
                    <a:tint val="66000"/>
                    <a:satMod val="160000"/>
                    <a:alpha val="0"/>
                  </a:schemeClr>
                </a:gs>
                <a:gs pos="1000">
                  <a:schemeClr val="tx1">
                    <a:lumMod val="85000"/>
                    <a:lumOff val="15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dirty="0">
                <a:ln w="9525">
                  <a:solidFill>
                    <a:schemeClr val="accent1">
                      <a:alpha val="0"/>
                    </a:schemeClr>
                  </a:solidFill>
                </a:ln>
                <a:effectLst>
                  <a:reflection stA="45000" endPos="2000" dist="50800" dir="5400000" sy="-100000" algn="bl" rotWithShape="0"/>
                </a:effectLst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9DB5A30-76D2-4061-9314-C515FC0509CF}"/>
                </a:ext>
              </a:extLst>
            </p:cNvPr>
            <p:cNvSpPr/>
            <p:nvPr/>
          </p:nvSpPr>
          <p:spPr bwMode="auto">
            <a:xfrm>
              <a:off x="420864" y="1056171"/>
              <a:ext cx="126318" cy="126293"/>
            </a:xfrm>
            <a:prstGeom prst="ellipse">
              <a:avLst/>
            </a:prstGeom>
            <a:solidFill>
              <a:srgbClr val="4164AF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dirty="0">
                <a:ln w="9525">
                  <a:solidFill>
                    <a:schemeClr val="accent1">
                      <a:alpha val="0"/>
                    </a:schemeClr>
                  </a:solidFill>
                </a:ln>
                <a:effectLst>
                  <a:reflection stA="45000" endPos="2000" dist="50800" dir="5400000" sy="-100000" algn="bl" rotWithShape="0"/>
                </a:effectLst>
              </a:endParaRPr>
            </a:p>
          </p:txBody>
        </p:sp>
        <p:pic>
          <p:nvPicPr>
            <p:cNvPr id="51" name="그림 25" descr="방울.png">
              <a:extLst>
                <a:ext uri="{FF2B5EF4-FFF2-40B4-BE49-F238E27FC236}">
                  <a16:creationId xmlns:a16="http://schemas.microsoft.com/office/drawing/2014/main" id="{538C5375-E6A9-4259-ACAE-2DFA09614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408540" y="1121487"/>
              <a:ext cx="144016" cy="1476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1" name="설명선: 굽은 선 4">
            <a:extLst>
              <a:ext uri="{FF2B5EF4-FFF2-40B4-BE49-F238E27FC236}">
                <a16:creationId xmlns:a16="http://schemas.microsoft.com/office/drawing/2014/main" id="{8D352CF7-9509-4ACD-9047-9430B2EBBC1E}"/>
              </a:ext>
            </a:extLst>
          </p:cNvPr>
          <p:cNvSpPr/>
          <p:nvPr/>
        </p:nvSpPr>
        <p:spPr>
          <a:xfrm>
            <a:off x="7206871" y="3144780"/>
            <a:ext cx="3327779" cy="677868"/>
          </a:xfrm>
          <a:prstGeom prst="borderCallout2">
            <a:avLst>
              <a:gd name="adj1" fmla="val 46851"/>
              <a:gd name="adj2" fmla="val -24"/>
              <a:gd name="adj3" fmla="val 46876"/>
              <a:gd name="adj4" fmla="val -5590"/>
              <a:gd name="adj5" fmla="val -85515"/>
              <a:gd name="adj6" fmla="val -554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pc="-55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  <a:cs typeface="맑은 고딕 Semilight" panose="020B0502040204020203" pitchFamily="50" charset="-127"/>
              </a:rPr>
              <a:t>역량 체계 항목작성</a:t>
            </a:r>
            <a:endParaRPr lang="en-US" altLang="ko-KR" b="1" spc="-55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0000"/>
              </a:solidFill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algn="ctr"/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18p, 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진하게</a:t>
            </a:r>
            <a:endParaRPr lang="en-US" altLang="ko-KR" b="1" spc="-55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44" name="설명선: 굽은 선 2">
            <a:extLst>
              <a:ext uri="{FF2B5EF4-FFF2-40B4-BE49-F238E27FC236}">
                <a16:creationId xmlns:a16="http://schemas.microsoft.com/office/drawing/2014/main" id="{5C5B9EEA-63E1-435C-A352-F94055ACFA50}"/>
              </a:ext>
            </a:extLst>
          </p:cNvPr>
          <p:cNvSpPr/>
          <p:nvPr/>
        </p:nvSpPr>
        <p:spPr>
          <a:xfrm>
            <a:off x="1919536" y="764780"/>
            <a:ext cx="4037850" cy="431999"/>
          </a:xfrm>
          <a:prstGeom prst="borderCallout2">
            <a:avLst>
              <a:gd name="adj1" fmla="val 52888"/>
              <a:gd name="adj2" fmla="val 396"/>
              <a:gd name="adj3" fmla="val 52094"/>
              <a:gd name="adj4" fmla="val -3687"/>
              <a:gd name="adj5" fmla="val 70403"/>
              <a:gd name="adj6" fmla="val -5663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536312" latinLnBrk="0"/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</a:t>
            </a:r>
            <a:r>
              <a:rPr kumimoji="0" lang="en-US" altLang="ko-KR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20p, </a:t>
            </a:r>
            <a:r>
              <a:rPr kumimoji="0" lang="ko-KR" altLang="en-US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진하게</a:t>
            </a:r>
            <a:r>
              <a:rPr kumimoji="0" lang="en-US" altLang="ko-KR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b="1" kern="0" spc="-37" dirty="0" err="1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진한파랑</a:t>
            </a:r>
            <a:endParaRPr kumimoji="0" lang="en-US" altLang="ko-KR" sz="2000" b="1" i="0" u="none" strike="noStrike" kern="0" cap="none" spc="-37" normalizeH="0" baseline="0" noProof="0" dirty="0">
              <a:ln>
                <a:noFill/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설명선: 굽은 선 4">
            <a:extLst>
              <a:ext uri="{FF2B5EF4-FFF2-40B4-BE49-F238E27FC236}">
                <a16:creationId xmlns:a16="http://schemas.microsoft.com/office/drawing/2014/main" id="{4465D6B1-70FE-4754-8136-CEF7BB86B37B}"/>
              </a:ext>
            </a:extLst>
          </p:cNvPr>
          <p:cNvSpPr/>
          <p:nvPr/>
        </p:nvSpPr>
        <p:spPr>
          <a:xfrm>
            <a:off x="6926904" y="620321"/>
            <a:ext cx="3649445" cy="772560"/>
          </a:xfrm>
          <a:prstGeom prst="borderCallout2">
            <a:avLst>
              <a:gd name="adj1" fmla="val 46851"/>
              <a:gd name="adj2" fmla="val -24"/>
              <a:gd name="adj3" fmla="val 48109"/>
              <a:gd name="adj4" fmla="val -21772"/>
              <a:gd name="adj5" fmla="val 120155"/>
              <a:gd name="adj6" fmla="val -2159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spc="-55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b="1" spc="-55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  <a:cs typeface="맑은 고딕 Semilight" panose="020B0502040204020203" pitchFamily="50" charset="-127"/>
              </a:rPr>
              <a:t>체계 목차 작성</a:t>
            </a:r>
            <a:endParaRPr lang="en-US" altLang="ko-KR" b="1" spc="-55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0000"/>
              </a:solidFill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algn="ctr"/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18p, 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진하게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, 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흰색</a:t>
            </a:r>
            <a:endParaRPr lang="en-US" altLang="ko-KR" b="1" spc="-55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53" name="설명선: 굽은 선 4">
            <a:extLst>
              <a:ext uri="{FF2B5EF4-FFF2-40B4-BE49-F238E27FC236}">
                <a16:creationId xmlns:a16="http://schemas.microsoft.com/office/drawing/2014/main" id="{B5914A94-67A3-4683-A485-AD294854D16B}"/>
              </a:ext>
            </a:extLst>
          </p:cNvPr>
          <p:cNvSpPr/>
          <p:nvPr/>
        </p:nvSpPr>
        <p:spPr>
          <a:xfrm>
            <a:off x="2494077" y="6069444"/>
            <a:ext cx="3786845" cy="734505"/>
          </a:xfrm>
          <a:prstGeom prst="borderCallout2">
            <a:avLst>
              <a:gd name="adj1" fmla="val 52218"/>
              <a:gd name="adj2" fmla="val 99774"/>
              <a:gd name="adj3" fmla="val 52243"/>
              <a:gd name="adj4" fmla="val 103537"/>
              <a:gd name="adj5" fmla="val 64820"/>
              <a:gd name="adj6" fmla="val 10672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spc="-55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  <a:cs typeface="맑은 고딕 Semilight" panose="020B0502040204020203" pitchFamily="50" charset="-127"/>
              </a:rPr>
              <a:t>범례 작성</a:t>
            </a:r>
            <a:endParaRPr lang="en-US" altLang="ko-KR" sz="1600" b="1" spc="-55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0000"/>
              </a:solidFill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6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</a:t>
            </a:r>
            <a:r>
              <a:rPr lang="en-US" altLang="ko-KR" sz="16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, 10.5p, </a:t>
            </a:r>
            <a:r>
              <a:rPr lang="ko-KR" altLang="en-US" sz="16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진하게</a:t>
            </a:r>
            <a:endParaRPr lang="en-US" altLang="ko-KR" sz="1600" b="1" kern="0" spc="-55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latin typeface="Calibri"/>
              <a:cs typeface="맑은 고딕 Semilight" panose="020B0502040204020203" pitchFamily="50" charset="-127"/>
            </a:endParaRPr>
          </a:p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6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해당되는 범례 내용만 작성</a:t>
            </a:r>
            <a:r>
              <a:rPr lang="en-US" altLang="ko-KR" sz="16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, </a:t>
            </a:r>
            <a:r>
              <a:rPr lang="ko-KR" altLang="en-US" sz="16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나머지 삭제</a:t>
            </a:r>
            <a:endParaRPr lang="en-US" altLang="ko-KR" sz="1600" b="1" kern="0" spc="-55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latin typeface="Calibri"/>
              <a:cs typeface="맑은 고딕 Semilight" panose="020B0502040204020203" pitchFamily="50" charset="-127"/>
            </a:endParaRPr>
          </a:p>
        </p:txBody>
      </p:sp>
      <p:sp>
        <p:nvSpPr>
          <p:cNvPr id="43" name="설명선: 굽은 선 4">
            <a:extLst>
              <a:ext uri="{FF2B5EF4-FFF2-40B4-BE49-F238E27FC236}">
                <a16:creationId xmlns:a16="http://schemas.microsoft.com/office/drawing/2014/main" id="{1E9BFB1A-91CA-4461-8705-52572A5F4445}"/>
              </a:ext>
            </a:extLst>
          </p:cNvPr>
          <p:cNvSpPr/>
          <p:nvPr/>
        </p:nvSpPr>
        <p:spPr>
          <a:xfrm>
            <a:off x="8360223" y="5589288"/>
            <a:ext cx="3327779" cy="432000"/>
          </a:xfrm>
          <a:prstGeom prst="borderCallout2">
            <a:avLst>
              <a:gd name="adj1" fmla="val 46851"/>
              <a:gd name="adj2" fmla="val -24"/>
              <a:gd name="adj3" fmla="val 46876"/>
              <a:gd name="adj4" fmla="val -5590"/>
              <a:gd name="adj5" fmla="val -57272"/>
              <a:gd name="adj6" fmla="val -554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18p, 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진하게</a:t>
            </a:r>
            <a:endParaRPr lang="en-US" altLang="ko-KR" b="1" spc="-55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45" name="설명선: 굽은 선 4">
            <a:extLst>
              <a:ext uri="{FF2B5EF4-FFF2-40B4-BE49-F238E27FC236}">
                <a16:creationId xmlns:a16="http://schemas.microsoft.com/office/drawing/2014/main" id="{D33CF7DB-2B29-4F00-A5A1-52A34B218201}"/>
              </a:ext>
            </a:extLst>
          </p:cNvPr>
          <p:cNvSpPr/>
          <p:nvPr/>
        </p:nvSpPr>
        <p:spPr>
          <a:xfrm>
            <a:off x="5663952" y="5517232"/>
            <a:ext cx="2324514" cy="432000"/>
          </a:xfrm>
          <a:prstGeom prst="borderCallout2">
            <a:avLst>
              <a:gd name="adj1" fmla="val 46851"/>
              <a:gd name="adj2" fmla="val -24"/>
              <a:gd name="adj3" fmla="val 46876"/>
              <a:gd name="adj4" fmla="val -5590"/>
              <a:gd name="adj5" fmla="val -52907"/>
              <a:gd name="adj6" fmla="val -554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16p</a:t>
            </a:r>
            <a:endParaRPr lang="en-US" altLang="ko-KR" b="1" spc="-55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7235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제목 1"/>
          <p:cNvSpPr txBox="1">
            <a:spLocks/>
          </p:cNvSpPr>
          <p:nvPr/>
        </p:nvSpPr>
        <p:spPr>
          <a:xfrm>
            <a:off x="623392" y="659341"/>
            <a:ext cx="1581318" cy="3447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/>
        </p:spPr>
        <p:txBody>
          <a:bodyPr vert="horz" wrap="square" lIns="0" tIns="0" rIns="0" bIns="0" rtlCol="0" anchor="ctr">
            <a:spAutoFit/>
            <a:sp3d prstMaterial="softEdge">
              <a:bevelT w="1270" h="1270"/>
              <a:contourClr>
                <a:schemeClr val="accent4">
                  <a:alpha val="95000"/>
                </a:schemeClr>
              </a:contourClr>
            </a:sp3d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400" b="1" kern="1200" spc="-100" baseline="0" dirty="0">
                <a:ln>
                  <a:prstDash val="solid"/>
                </a:ln>
                <a:solidFill>
                  <a:srgbClr val="0070C0"/>
                </a:solidFill>
                <a:effectLst/>
                <a:latin typeface="Tahoma" pitchFamily="34" charset="0"/>
                <a:ea typeface="-윤고딕150" pitchFamily="18" charset="-127"/>
                <a:cs typeface="Tahoma" pitchFamily="34" charset="0"/>
              </a:defRPr>
            </a:lvl1pPr>
          </a:lstStyle>
          <a:p>
            <a:pPr defTabSz="995690">
              <a:lnSpc>
                <a:spcPct val="80000"/>
              </a:lnSpc>
              <a:tabLst>
                <a:tab pos="177800" algn="l"/>
                <a:tab pos="803275" algn="l"/>
              </a:tabLst>
            </a:pPr>
            <a:r>
              <a:rPr lang="ko-KR" altLang="en-US" sz="2800" dirty="0">
                <a:solidFill>
                  <a:prstClr val="white">
                    <a:lumMod val="85000"/>
                  </a:prstClr>
                </a:solidFill>
                <a:latin typeface="+mj-lt"/>
                <a:ea typeface="HY견고딕" panose="02030600000101010101" pitchFamily="18" charset="-127"/>
              </a:rPr>
              <a:t>학습목</a:t>
            </a:r>
            <a:r>
              <a:rPr lang="ko-KR" altLang="en-US" sz="2800" dirty="0">
                <a:solidFill>
                  <a:srgbClr val="D9D9D9"/>
                </a:solidFill>
                <a:latin typeface="+mj-lt"/>
                <a:ea typeface="HY견고딕" panose="02030600000101010101" pitchFamily="18" charset="-127"/>
              </a:rPr>
              <a:t>표</a:t>
            </a:r>
            <a:endParaRPr lang="en-US" sz="2800" dirty="0">
              <a:solidFill>
                <a:srgbClr val="D9D9D9"/>
              </a:solidFill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50101F-7750-4BD8-A054-5002A1862B12}"/>
              </a:ext>
            </a:extLst>
          </p:cNvPr>
          <p:cNvSpPr/>
          <p:nvPr/>
        </p:nvSpPr>
        <p:spPr>
          <a:xfrm>
            <a:off x="2915160" y="527126"/>
            <a:ext cx="9373528" cy="3621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 indent="-2880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RCP </a:t>
            </a:r>
            <a:r>
              <a:rPr lang="ko-KR" altLang="en-US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전동기 고정자 권선의 구조와  절연물의 역할을 설명할 수 있다</a:t>
            </a:r>
            <a:r>
              <a:rPr lang="en-US" altLang="ko-KR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. </a:t>
            </a:r>
          </a:p>
          <a:p>
            <a:pPr marL="288000" indent="-2880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RCP </a:t>
            </a:r>
            <a:r>
              <a:rPr lang="ko-KR" altLang="en-US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전동기 회전자 구성품의 역할을 설명할 수 있다</a:t>
            </a:r>
            <a:r>
              <a:rPr lang="en-US" altLang="ko-KR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.</a:t>
            </a:r>
          </a:p>
          <a:p>
            <a:pPr marL="288000" indent="-2880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RCP </a:t>
            </a:r>
            <a:r>
              <a:rPr lang="ko-KR" altLang="en-US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전동기의 규제 대상부품인 관성바퀴의 기능을 설명할 수 있다</a:t>
            </a:r>
            <a:r>
              <a:rPr lang="en-US" altLang="ko-KR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.</a:t>
            </a:r>
          </a:p>
          <a:p>
            <a:pPr marL="288000" indent="-2880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RCP </a:t>
            </a:r>
            <a:r>
              <a:rPr lang="ko-KR" altLang="en-US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전동기의 상부 및 하부 베어링 구조를 구분하여 설명할 수 있다</a:t>
            </a:r>
            <a:r>
              <a:rPr lang="en-US" altLang="ko-KR" sz="2400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5" name="설명선: 굽은 선 4">
            <a:extLst>
              <a:ext uri="{FF2B5EF4-FFF2-40B4-BE49-F238E27FC236}">
                <a16:creationId xmlns:a16="http://schemas.microsoft.com/office/drawing/2014/main" id="{51DA369D-4FBA-43A5-8446-DCCACDFA64DD}"/>
              </a:ext>
            </a:extLst>
          </p:cNvPr>
          <p:cNvSpPr/>
          <p:nvPr/>
        </p:nvSpPr>
        <p:spPr>
          <a:xfrm>
            <a:off x="2915160" y="4797152"/>
            <a:ext cx="6069493" cy="720080"/>
          </a:xfrm>
          <a:prstGeom prst="borderCallout2">
            <a:avLst>
              <a:gd name="adj1" fmla="val 48326"/>
              <a:gd name="adj2" fmla="val 100029"/>
              <a:gd name="adj3" fmla="val 48552"/>
              <a:gd name="adj4" fmla="val 117452"/>
              <a:gd name="adj5" fmla="val -99265"/>
              <a:gd name="adj6" fmla="val 117236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5363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학습목표 내용</a:t>
            </a:r>
            <a:b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</a:br>
            <a:r>
              <a:rPr lang="en-US" altLang="ko-KR" sz="20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0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sz="20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sz="20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sz="20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2</a:t>
            </a:r>
            <a:r>
              <a:rPr kumimoji="0" lang="en-US" altLang="ko-KR" sz="2000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4p, </a:t>
            </a:r>
            <a:r>
              <a:rPr kumimoji="0" lang="ko-KR" altLang="en-US" sz="2000" b="1" i="0" u="none" strike="noStrike" kern="0" cap="none" spc="-55" normalizeH="0" baseline="0" noProof="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줄간격</a:t>
            </a:r>
            <a:r>
              <a:rPr kumimoji="0" lang="en-US" altLang="ko-KR" sz="2000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kumimoji="0" lang="ko-KR" altLang="en-US" sz="2000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2.0 </a:t>
            </a:r>
            <a:r>
              <a:rPr lang="ko-KR" altLang="en-US" sz="20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또는 </a:t>
            </a:r>
            <a:r>
              <a:rPr lang="en-US" altLang="ko-KR" sz="20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2.5), </a:t>
            </a:r>
            <a:r>
              <a:rPr lang="ko-KR" altLang="en-US" sz="2000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검은색</a:t>
            </a:r>
            <a:endParaRPr kumimoji="0" lang="en-US" altLang="ko-KR" sz="2000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설명선: 굽은 선 2">
            <a:extLst>
              <a:ext uri="{FF2B5EF4-FFF2-40B4-BE49-F238E27FC236}">
                <a16:creationId xmlns:a16="http://schemas.microsoft.com/office/drawing/2014/main" id="{08397734-8D45-407B-8CFD-D9E8BCC84C7E}"/>
              </a:ext>
            </a:extLst>
          </p:cNvPr>
          <p:cNvSpPr/>
          <p:nvPr/>
        </p:nvSpPr>
        <p:spPr>
          <a:xfrm>
            <a:off x="4007768" y="64435"/>
            <a:ext cx="4584584" cy="781365"/>
          </a:xfrm>
          <a:prstGeom prst="borderCallout2">
            <a:avLst>
              <a:gd name="adj1" fmla="val 47497"/>
              <a:gd name="adj2" fmla="val -511"/>
              <a:gd name="adj3" fmla="val 45392"/>
              <a:gd name="adj4" fmla="val -34951"/>
              <a:gd name="adj5" fmla="val 76808"/>
              <a:gd name="adj6" fmla="val -43633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536312" latinLnBrk="0"/>
            <a:r>
              <a:rPr lang="ko-KR" altLang="en-US" sz="2000" b="1" kern="0" dirty="0">
                <a:solidFill>
                  <a:srgbClr val="FF0000"/>
                </a:solidFill>
                <a:latin typeface="Calibri"/>
                <a:ea typeface="맑은 고딕" panose="020B0503020000020004" pitchFamily="50" charset="-127"/>
              </a:rPr>
              <a:t>학습목표</a:t>
            </a:r>
            <a:b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</a:br>
            <a:r>
              <a:rPr lang="en-US" altLang="ko-KR" sz="2000" b="1" kern="0" spc="-37" dirty="0">
                <a:solidFill>
                  <a:srgbClr val="014099"/>
                </a:solidFill>
                <a:latin typeface="Calibri"/>
              </a:rPr>
              <a:t>(HY</a:t>
            </a:r>
            <a:r>
              <a:rPr lang="ko-KR" altLang="en-US" sz="2000" b="1" kern="0" spc="-37" dirty="0">
                <a:solidFill>
                  <a:srgbClr val="014099"/>
                </a:solidFill>
                <a:latin typeface="Calibri"/>
              </a:rPr>
              <a:t>견고딕</a:t>
            </a:r>
            <a:r>
              <a:rPr lang="en-US" altLang="ko-KR" sz="2000" b="1" kern="0" spc="-37" dirty="0">
                <a:solidFill>
                  <a:srgbClr val="014099"/>
                </a:solidFill>
                <a:latin typeface="Calibri"/>
              </a:rPr>
              <a:t>, </a:t>
            </a:r>
            <a:r>
              <a:rPr kumimoji="0" lang="en-US" altLang="ko-KR" sz="20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28p, </a:t>
            </a:r>
            <a:r>
              <a:rPr kumimoji="0" lang="ko-KR" altLang="en-US" sz="20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진하게</a:t>
            </a:r>
            <a:r>
              <a:rPr kumimoji="0" lang="en-US" altLang="ko-KR" sz="20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</a:t>
            </a:r>
            <a:r>
              <a:rPr lang="ko-KR" altLang="en-US" sz="2000" b="1" kern="0" spc="-37" dirty="0">
                <a:solidFill>
                  <a:srgbClr val="014099"/>
                </a:solidFill>
                <a:latin typeface="Calibri"/>
                <a:ea typeface="맑은 고딕" panose="020B0503020000020004" pitchFamily="50" charset="-127"/>
              </a:rPr>
              <a:t>밝은 회색</a:t>
            </a:r>
            <a:r>
              <a:rPr kumimoji="0" lang="en-US" altLang="ko-KR" sz="2000" b="1" i="0" u="none" strike="noStrike" kern="0" cap="none" spc="-37" normalizeH="0" baseline="0" noProof="0" dirty="0">
                <a:ln>
                  <a:noFill/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0714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액자 1"/>
          <p:cNvSpPr/>
          <p:nvPr/>
        </p:nvSpPr>
        <p:spPr>
          <a:xfrm>
            <a:off x="4185920" y="2356286"/>
            <a:ext cx="1778000" cy="1645920"/>
          </a:xfrm>
          <a:prstGeom prst="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b="1" dirty="0">
                <a:solidFill>
                  <a:srgbClr val="00B050"/>
                </a:solidFill>
              </a:rPr>
              <a:t>3</a:t>
            </a:r>
            <a:endParaRPr lang="ko-KR" altLang="en-US" sz="6000" b="1" dirty="0">
              <a:solidFill>
                <a:srgbClr val="00B05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8261" y="2495990"/>
            <a:ext cx="51523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4000" b="1" dirty="0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</a:rPr>
              <a:t>정비경험</a:t>
            </a:r>
            <a:r>
              <a:rPr lang="en-US" altLang="ko-KR" sz="4000" b="1" dirty="0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4000" b="1" dirty="0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</a:rPr>
              <a:t>토의</a:t>
            </a:r>
            <a:r>
              <a:rPr lang="en-US" altLang="ko-KR" sz="4000" b="1" dirty="0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</a:rPr>
              <a:t>/</a:t>
            </a:r>
          </a:p>
          <a:p>
            <a:pPr>
              <a:defRPr/>
            </a:pPr>
            <a:r>
              <a:rPr lang="ko-KR" altLang="en-US" sz="4000" b="1" dirty="0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</a:rPr>
              <a:t>사례탐구</a:t>
            </a:r>
            <a:r>
              <a:rPr lang="en-US" altLang="ko-KR" sz="4000" b="1" dirty="0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4000" b="1" dirty="0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</a:rPr>
              <a:t>실습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185920" y="1944955"/>
            <a:ext cx="6590600" cy="2425509"/>
            <a:chOff x="2661920" y="1944954"/>
            <a:chExt cx="4281377" cy="2425509"/>
          </a:xfrm>
        </p:grpSpPr>
        <p:grpSp>
          <p:nvGrpSpPr>
            <p:cNvPr id="5" name="그룹 4"/>
            <p:cNvGrpSpPr/>
            <p:nvPr/>
          </p:nvGrpSpPr>
          <p:grpSpPr>
            <a:xfrm>
              <a:off x="2661920" y="1944954"/>
              <a:ext cx="4281377" cy="88709"/>
              <a:chOff x="2712744" y="3972099"/>
              <a:chExt cx="2788173" cy="88711"/>
            </a:xfrm>
          </p:grpSpPr>
          <p:sp>
            <p:nvSpPr>
              <p:cNvPr id="10" name="직사각형 9"/>
              <p:cNvSpPr/>
              <p:nvPr/>
            </p:nvSpPr>
            <p:spPr>
              <a:xfrm flipV="1">
                <a:off x="2712744" y="3972099"/>
                <a:ext cx="929391" cy="8871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/>
              <p:cNvSpPr/>
              <p:nvPr/>
            </p:nvSpPr>
            <p:spPr>
              <a:xfrm flipV="1">
                <a:off x="3642135" y="3972099"/>
                <a:ext cx="929391" cy="8871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/>
              <p:cNvSpPr/>
              <p:nvPr/>
            </p:nvSpPr>
            <p:spPr>
              <a:xfrm flipV="1">
                <a:off x="4571526" y="3972099"/>
                <a:ext cx="929391" cy="8871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2661920" y="4281754"/>
              <a:ext cx="4281377" cy="88709"/>
              <a:chOff x="2712744" y="3972099"/>
              <a:chExt cx="2788173" cy="88711"/>
            </a:xfrm>
          </p:grpSpPr>
          <p:sp>
            <p:nvSpPr>
              <p:cNvPr id="7" name="직사각형 6"/>
              <p:cNvSpPr/>
              <p:nvPr/>
            </p:nvSpPr>
            <p:spPr>
              <a:xfrm flipV="1">
                <a:off x="2712744" y="3972099"/>
                <a:ext cx="929391" cy="8871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/>
              <p:cNvSpPr/>
              <p:nvPr/>
            </p:nvSpPr>
            <p:spPr>
              <a:xfrm flipV="1">
                <a:off x="3642135" y="3972099"/>
                <a:ext cx="929391" cy="8871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/>
              <p:cNvSpPr/>
              <p:nvPr/>
            </p:nvSpPr>
            <p:spPr>
              <a:xfrm flipV="1">
                <a:off x="4571526" y="3972099"/>
                <a:ext cx="929391" cy="8871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3" name="설명선: 굽은 선 6">
            <a:extLst>
              <a:ext uri="{FF2B5EF4-FFF2-40B4-BE49-F238E27FC236}">
                <a16:creationId xmlns:a16="http://schemas.microsoft.com/office/drawing/2014/main" id="{128BD65E-934F-48FE-A91E-126C03B3F85D}"/>
              </a:ext>
            </a:extLst>
          </p:cNvPr>
          <p:cNvSpPr/>
          <p:nvPr/>
        </p:nvSpPr>
        <p:spPr>
          <a:xfrm>
            <a:off x="983432" y="1089342"/>
            <a:ext cx="5760640" cy="576064"/>
          </a:xfrm>
          <a:prstGeom prst="borderCallout2">
            <a:avLst>
              <a:gd name="adj1" fmla="val 51103"/>
              <a:gd name="adj2" fmla="val 99837"/>
              <a:gd name="adj3" fmla="val 51477"/>
              <a:gd name="adj4" fmla="val 112366"/>
              <a:gd name="adj5" fmla="val 317852"/>
              <a:gd name="adj6" fmla="val 120554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285750" lvl="0" indent="-285750" defTabSz="536312" latinLnBrk="0">
              <a:buFont typeface="Wingdings" panose="05000000000000000000" pitchFamily="2" charset="2"/>
              <a:buChar char="§"/>
            </a:pP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제목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40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p,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진하게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흰색 배경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1 50% </a:t>
            </a:r>
            <a:r>
              <a:rPr kumimoji="0" lang="ko-KR" altLang="en-US" b="1" i="0" u="none" strike="noStrike" kern="0" cap="none" spc="-55" normalizeH="0" baseline="0" noProof="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더어둡게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285750" lvl="0" indent="-285750" defTabSz="536312" latinLnBrk="0">
              <a:buFont typeface="Wingdings" panose="05000000000000000000" pitchFamily="2" charset="2"/>
              <a:buChar char="§"/>
            </a:pPr>
            <a:r>
              <a:rPr lang="ko-KR" altLang="en-US" b="1" kern="0" spc="-55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좌측정렬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상하 </a:t>
            </a:r>
            <a:r>
              <a:rPr lang="ko-KR" altLang="en-US" b="1" kern="0" spc="-55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중앙정렬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설명선: 굽은 선 6">
            <a:extLst>
              <a:ext uri="{FF2B5EF4-FFF2-40B4-BE49-F238E27FC236}">
                <a16:creationId xmlns:a16="http://schemas.microsoft.com/office/drawing/2014/main" id="{5E8AB996-9913-48C3-B329-345384893F67}"/>
              </a:ext>
            </a:extLst>
          </p:cNvPr>
          <p:cNvSpPr/>
          <p:nvPr/>
        </p:nvSpPr>
        <p:spPr>
          <a:xfrm>
            <a:off x="119336" y="5013176"/>
            <a:ext cx="3887875" cy="576064"/>
          </a:xfrm>
          <a:prstGeom prst="borderCallout2">
            <a:avLst>
              <a:gd name="adj1" fmla="val 51103"/>
              <a:gd name="adj2" fmla="val 100041"/>
              <a:gd name="adj3" fmla="val 50474"/>
              <a:gd name="adj4" fmla="val 110633"/>
              <a:gd name="adj5" fmla="val -263229"/>
              <a:gd name="adj6" fmla="val 126808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536312" latinLnBrk="0"/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제목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60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p,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진하게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녹색</a:t>
            </a:r>
            <a:endParaRPr kumimoji="0" lang="en-US" altLang="ko-KR" sz="2000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설명선: 굽은 선 6">
            <a:extLst>
              <a:ext uri="{FF2B5EF4-FFF2-40B4-BE49-F238E27FC236}">
                <a16:creationId xmlns:a16="http://schemas.microsoft.com/office/drawing/2014/main" id="{6463C5B1-FDB0-4BF6-B687-A49B7D83AE43}"/>
              </a:ext>
            </a:extLst>
          </p:cNvPr>
          <p:cNvSpPr/>
          <p:nvPr/>
        </p:nvSpPr>
        <p:spPr>
          <a:xfrm>
            <a:off x="5159896" y="4941168"/>
            <a:ext cx="2664296" cy="576064"/>
          </a:xfrm>
          <a:prstGeom prst="borderCallout2">
            <a:avLst>
              <a:gd name="adj1" fmla="val 52739"/>
              <a:gd name="adj2" fmla="val 99273"/>
              <a:gd name="adj3" fmla="val 53113"/>
              <a:gd name="adj4" fmla="val 127732"/>
              <a:gd name="adj5" fmla="val -201574"/>
              <a:gd name="adj6" fmla="val 133014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536312" latinLnBrk="0"/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제목은 내용에 따라 선택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3726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0B3B098-0983-469D-93CB-D28D40B4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DFD4B0-3726-4686-BAD1-4A7C80CC25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011" y="836712"/>
            <a:ext cx="11150001" cy="570362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맑은고딕</a:t>
            </a:r>
            <a:r>
              <a:rPr lang="en-US" altLang="ko-KR" dirty="0"/>
              <a:t>(</a:t>
            </a:r>
            <a:r>
              <a:rPr lang="ko-KR" altLang="en-US" dirty="0"/>
              <a:t>본문</a:t>
            </a:r>
            <a:r>
              <a:rPr lang="en-US" altLang="ko-KR" dirty="0"/>
              <a:t>), 20p, </a:t>
            </a:r>
            <a:r>
              <a:rPr lang="ko-KR" altLang="en-US" dirty="0"/>
              <a:t>진하게</a:t>
            </a:r>
            <a:r>
              <a:rPr lang="en-US" altLang="ko-KR" dirty="0"/>
              <a:t>, </a:t>
            </a:r>
            <a:r>
              <a:rPr lang="ko-KR" altLang="en-US" dirty="0" err="1"/>
              <a:t>줄간격</a:t>
            </a:r>
            <a:r>
              <a:rPr lang="ko-KR" altLang="en-US" dirty="0"/>
              <a:t> </a:t>
            </a:r>
            <a:r>
              <a:rPr lang="en-US" altLang="ko-KR" dirty="0"/>
              <a:t>1.5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ko-KR" altLang="en-US" dirty="0" err="1"/>
              <a:t>맑은고딕</a:t>
            </a:r>
            <a:r>
              <a:rPr lang="en-US" altLang="ko-KR" dirty="0"/>
              <a:t>(</a:t>
            </a:r>
            <a:r>
              <a:rPr lang="ko-KR" altLang="en-US" dirty="0"/>
              <a:t>본문</a:t>
            </a:r>
            <a:r>
              <a:rPr lang="en-US" altLang="ko-KR" dirty="0"/>
              <a:t>), 18p, </a:t>
            </a:r>
            <a:r>
              <a:rPr lang="ko-KR" altLang="en-US" dirty="0"/>
              <a:t>진하게</a:t>
            </a:r>
            <a:r>
              <a:rPr lang="en-US" altLang="ko-KR" dirty="0"/>
              <a:t>, </a:t>
            </a:r>
            <a:r>
              <a:rPr lang="ko-KR" altLang="en-US" dirty="0" err="1"/>
              <a:t>줄간격</a:t>
            </a:r>
            <a:r>
              <a:rPr lang="ko-KR" altLang="en-US" dirty="0"/>
              <a:t> </a:t>
            </a:r>
            <a:r>
              <a:rPr lang="en-US" altLang="ko-KR" dirty="0"/>
              <a:t>1.5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ko-KR" altLang="en-US" dirty="0" err="1"/>
              <a:t>맑은고딕</a:t>
            </a:r>
            <a:r>
              <a:rPr lang="en-US" altLang="ko-KR" dirty="0"/>
              <a:t>(</a:t>
            </a:r>
            <a:r>
              <a:rPr lang="ko-KR" altLang="en-US" dirty="0"/>
              <a:t>본문</a:t>
            </a:r>
            <a:r>
              <a:rPr lang="en-US" altLang="ko-KR" dirty="0"/>
              <a:t>), 18p, </a:t>
            </a:r>
            <a:r>
              <a:rPr lang="ko-KR" altLang="en-US" dirty="0"/>
              <a:t>진하게</a:t>
            </a:r>
            <a:r>
              <a:rPr lang="en-US" altLang="ko-KR" dirty="0"/>
              <a:t>, </a:t>
            </a:r>
            <a:r>
              <a:rPr lang="ko-KR" altLang="en-US" dirty="0" err="1"/>
              <a:t>줄간격</a:t>
            </a:r>
            <a:r>
              <a:rPr lang="ko-KR" altLang="en-US" dirty="0"/>
              <a:t> </a:t>
            </a:r>
            <a:r>
              <a:rPr lang="en-US" altLang="ko-KR" dirty="0"/>
              <a:t>1.5</a:t>
            </a:r>
          </a:p>
        </p:txBody>
      </p:sp>
      <p:sp>
        <p:nvSpPr>
          <p:cNvPr id="8" name="설명선: 굽은 선 15">
            <a:extLst>
              <a:ext uri="{FF2B5EF4-FFF2-40B4-BE49-F238E27FC236}">
                <a16:creationId xmlns:a16="http://schemas.microsoft.com/office/drawing/2014/main" id="{DE4F32BC-8614-47C5-AD79-764BEDA04203}"/>
              </a:ext>
            </a:extLst>
          </p:cNvPr>
          <p:cNvSpPr/>
          <p:nvPr/>
        </p:nvSpPr>
        <p:spPr>
          <a:xfrm>
            <a:off x="2891644" y="2708920"/>
            <a:ext cx="6408712" cy="1440160"/>
          </a:xfrm>
          <a:custGeom>
            <a:avLst/>
            <a:gdLst>
              <a:gd name="connsiteX0" fmla="*/ 0 w 6144150"/>
              <a:gd name="connsiteY0" fmla="*/ 0 h 1270353"/>
              <a:gd name="connsiteX1" fmla="*/ 6144150 w 6144150"/>
              <a:gd name="connsiteY1" fmla="*/ 0 h 1270353"/>
              <a:gd name="connsiteX2" fmla="*/ 6144150 w 6144150"/>
              <a:gd name="connsiteY2" fmla="*/ 1270353 h 1270353"/>
              <a:gd name="connsiteX3" fmla="*/ 0 w 6144150"/>
              <a:gd name="connsiteY3" fmla="*/ 1270353 h 1270353"/>
              <a:gd name="connsiteX4" fmla="*/ 0 w 6144150"/>
              <a:gd name="connsiteY4" fmla="*/ 0 h 1270353"/>
              <a:gd name="connsiteX0" fmla="*/ -631004 w 6144150"/>
              <a:gd name="connsiteY0" fmla="*/ 525837 h 1270353"/>
              <a:gd name="connsiteX1" fmla="*/ -1154301 w 6144150"/>
              <a:gd name="connsiteY1" fmla="*/ 1021516 h 1270353"/>
              <a:gd name="connsiteX2" fmla="*/ -1162596 w 6144150"/>
              <a:gd name="connsiteY2" fmla="*/ 2000590 h 1270353"/>
              <a:gd name="connsiteX0" fmla="*/ 1162596 w 7306746"/>
              <a:gd name="connsiteY0" fmla="*/ 0 h 2000590"/>
              <a:gd name="connsiteX1" fmla="*/ 7306746 w 7306746"/>
              <a:gd name="connsiteY1" fmla="*/ 0 h 2000590"/>
              <a:gd name="connsiteX2" fmla="*/ 7306746 w 7306746"/>
              <a:gd name="connsiteY2" fmla="*/ 1270353 h 2000590"/>
              <a:gd name="connsiteX3" fmla="*/ 1162596 w 7306746"/>
              <a:gd name="connsiteY3" fmla="*/ 1270353 h 2000590"/>
              <a:gd name="connsiteX4" fmla="*/ 1162596 w 7306746"/>
              <a:gd name="connsiteY4" fmla="*/ 0 h 2000590"/>
              <a:gd name="connsiteX0" fmla="*/ 8295 w 7306746"/>
              <a:gd name="connsiteY0" fmla="*/ 1021516 h 2000590"/>
              <a:gd name="connsiteX1" fmla="*/ 0 w 7306746"/>
              <a:gd name="connsiteY1" fmla="*/ 2000590 h 2000590"/>
              <a:gd name="connsiteX0" fmla="*/ 1162596 w 7306746"/>
              <a:gd name="connsiteY0" fmla="*/ 0 h 2000590"/>
              <a:gd name="connsiteX1" fmla="*/ 7306746 w 7306746"/>
              <a:gd name="connsiteY1" fmla="*/ 0 h 2000590"/>
              <a:gd name="connsiteX2" fmla="*/ 7306746 w 7306746"/>
              <a:gd name="connsiteY2" fmla="*/ 1270353 h 2000590"/>
              <a:gd name="connsiteX3" fmla="*/ 1162596 w 7306746"/>
              <a:gd name="connsiteY3" fmla="*/ 1270353 h 2000590"/>
              <a:gd name="connsiteX4" fmla="*/ 1162596 w 7306746"/>
              <a:gd name="connsiteY4" fmla="*/ 0 h 2000590"/>
              <a:gd name="connsiteX0" fmla="*/ 8295 w 7306746"/>
              <a:gd name="connsiteY0" fmla="*/ 1021516 h 2000590"/>
              <a:gd name="connsiteX1" fmla="*/ 0 w 7306746"/>
              <a:gd name="connsiteY1" fmla="*/ 2000590 h 2000590"/>
              <a:gd name="connsiteX0" fmla="*/ 1162596 w 7306746"/>
              <a:gd name="connsiteY0" fmla="*/ 0 h 2000590"/>
              <a:gd name="connsiteX1" fmla="*/ 7306746 w 7306746"/>
              <a:gd name="connsiteY1" fmla="*/ 0 h 2000590"/>
              <a:gd name="connsiteX2" fmla="*/ 7306746 w 7306746"/>
              <a:gd name="connsiteY2" fmla="*/ 1270353 h 2000590"/>
              <a:gd name="connsiteX3" fmla="*/ 1162596 w 7306746"/>
              <a:gd name="connsiteY3" fmla="*/ 1270353 h 2000590"/>
              <a:gd name="connsiteX4" fmla="*/ 1162596 w 7306746"/>
              <a:gd name="connsiteY4" fmla="*/ 0 h 2000590"/>
              <a:gd name="connsiteX0" fmla="*/ 8295 w 7306746"/>
              <a:gd name="connsiteY0" fmla="*/ 1021516 h 2000590"/>
              <a:gd name="connsiteX1" fmla="*/ 0 w 7306746"/>
              <a:gd name="connsiteY1" fmla="*/ 2000590 h 2000590"/>
              <a:gd name="connsiteX0" fmla="*/ 1162596 w 7306746"/>
              <a:gd name="connsiteY0" fmla="*/ 0 h 2000590"/>
              <a:gd name="connsiteX1" fmla="*/ 7306746 w 7306746"/>
              <a:gd name="connsiteY1" fmla="*/ 0 h 2000590"/>
              <a:gd name="connsiteX2" fmla="*/ 7306746 w 7306746"/>
              <a:gd name="connsiteY2" fmla="*/ 1270353 h 2000590"/>
              <a:gd name="connsiteX3" fmla="*/ 1162596 w 7306746"/>
              <a:gd name="connsiteY3" fmla="*/ 1270353 h 2000590"/>
              <a:gd name="connsiteX4" fmla="*/ 1162596 w 7306746"/>
              <a:gd name="connsiteY4" fmla="*/ 0 h 2000590"/>
              <a:gd name="connsiteX0" fmla="*/ 960795 w 7306746"/>
              <a:gd name="connsiteY0" fmla="*/ 339086 h 2000590"/>
              <a:gd name="connsiteX1" fmla="*/ 0 w 7306746"/>
              <a:gd name="connsiteY1" fmla="*/ 2000590 h 2000590"/>
              <a:gd name="connsiteX0" fmla="*/ 201806 w 6345956"/>
              <a:gd name="connsiteY0" fmla="*/ 0 h 1283606"/>
              <a:gd name="connsiteX1" fmla="*/ 6345956 w 6345956"/>
              <a:gd name="connsiteY1" fmla="*/ 0 h 1283606"/>
              <a:gd name="connsiteX2" fmla="*/ 6345956 w 6345956"/>
              <a:gd name="connsiteY2" fmla="*/ 1270353 h 1283606"/>
              <a:gd name="connsiteX3" fmla="*/ 201806 w 6345956"/>
              <a:gd name="connsiteY3" fmla="*/ 1270353 h 1283606"/>
              <a:gd name="connsiteX4" fmla="*/ 201806 w 6345956"/>
              <a:gd name="connsiteY4" fmla="*/ 0 h 1283606"/>
              <a:gd name="connsiteX0" fmla="*/ 5 w 6345956"/>
              <a:gd name="connsiteY0" fmla="*/ 339086 h 1283606"/>
              <a:gd name="connsiteX1" fmla="*/ 191735 w 6345956"/>
              <a:gd name="connsiteY1" fmla="*/ 1283606 h 1283606"/>
              <a:gd name="connsiteX0" fmla="*/ 11306 w 6155456"/>
              <a:gd name="connsiteY0" fmla="*/ 6449 h 1290055"/>
              <a:gd name="connsiteX1" fmla="*/ 6155456 w 6155456"/>
              <a:gd name="connsiteY1" fmla="*/ 6449 h 1290055"/>
              <a:gd name="connsiteX2" fmla="*/ 6155456 w 6155456"/>
              <a:gd name="connsiteY2" fmla="*/ 1276802 h 1290055"/>
              <a:gd name="connsiteX3" fmla="*/ 11306 w 6155456"/>
              <a:gd name="connsiteY3" fmla="*/ 1276802 h 1290055"/>
              <a:gd name="connsiteX4" fmla="*/ 11306 w 6155456"/>
              <a:gd name="connsiteY4" fmla="*/ 6449 h 1290055"/>
              <a:gd name="connsiteX0" fmla="*/ 5 w 6155456"/>
              <a:gd name="connsiteY0" fmla="*/ 0 h 1290055"/>
              <a:gd name="connsiteX1" fmla="*/ 1235 w 6155456"/>
              <a:gd name="connsiteY1" fmla="*/ 1290055 h 1290055"/>
              <a:gd name="connsiteX0" fmla="*/ 1017623 w 7161773"/>
              <a:gd name="connsiteY0" fmla="*/ 6449 h 1290055"/>
              <a:gd name="connsiteX1" fmla="*/ 7161773 w 7161773"/>
              <a:gd name="connsiteY1" fmla="*/ 6449 h 1290055"/>
              <a:gd name="connsiteX2" fmla="*/ 7161773 w 7161773"/>
              <a:gd name="connsiteY2" fmla="*/ 1276802 h 1290055"/>
              <a:gd name="connsiteX3" fmla="*/ 1017623 w 7161773"/>
              <a:gd name="connsiteY3" fmla="*/ 1276802 h 1290055"/>
              <a:gd name="connsiteX4" fmla="*/ 1017623 w 7161773"/>
              <a:gd name="connsiteY4" fmla="*/ 6449 h 1290055"/>
              <a:gd name="connsiteX0" fmla="*/ 1006322 w 7161773"/>
              <a:gd name="connsiteY0" fmla="*/ 0 h 1290055"/>
              <a:gd name="connsiteX1" fmla="*/ 67380 w 7161773"/>
              <a:gd name="connsiteY1" fmla="*/ 1053739 h 1290055"/>
              <a:gd name="connsiteX2" fmla="*/ 1007552 w 7161773"/>
              <a:gd name="connsiteY2" fmla="*/ 1290055 h 1290055"/>
              <a:gd name="connsiteX0" fmla="*/ 11301 w 6155451"/>
              <a:gd name="connsiteY0" fmla="*/ 6449 h 1290055"/>
              <a:gd name="connsiteX1" fmla="*/ 6155451 w 6155451"/>
              <a:gd name="connsiteY1" fmla="*/ 6449 h 1290055"/>
              <a:gd name="connsiteX2" fmla="*/ 6155451 w 6155451"/>
              <a:gd name="connsiteY2" fmla="*/ 1276802 h 1290055"/>
              <a:gd name="connsiteX3" fmla="*/ 11301 w 6155451"/>
              <a:gd name="connsiteY3" fmla="*/ 1276802 h 1290055"/>
              <a:gd name="connsiteX4" fmla="*/ 11301 w 6155451"/>
              <a:gd name="connsiteY4" fmla="*/ 6449 h 1290055"/>
              <a:gd name="connsiteX0" fmla="*/ 0 w 6155451"/>
              <a:gd name="connsiteY0" fmla="*/ 0 h 1290055"/>
              <a:gd name="connsiteX1" fmla="*/ 1230 w 6155451"/>
              <a:gd name="connsiteY1" fmla="*/ 1290055 h 129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55451" h="1290055" extrusionOk="0">
                <a:moveTo>
                  <a:pt x="11301" y="6449"/>
                </a:moveTo>
                <a:lnTo>
                  <a:pt x="6155451" y="6449"/>
                </a:lnTo>
                <a:lnTo>
                  <a:pt x="6155451" y="1276802"/>
                </a:lnTo>
                <a:lnTo>
                  <a:pt x="11301" y="1276802"/>
                </a:lnTo>
                <a:lnTo>
                  <a:pt x="11301" y="6449"/>
                </a:lnTo>
                <a:close/>
              </a:path>
              <a:path w="6155451" h="1290055" fill="none" extrusionOk="0">
                <a:moveTo>
                  <a:pt x="0" y="0"/>
                </a:moveTo>
                <a:cubicBezTo>
                  <a:pt x="256" y="268761"/>
                  <a:pt x="974" y="1021294"/>
                  <a:pt x="1230" y="1290055"/>
                </a:cubicBezTo>
              </a:path>
            </a:pathLst>
          </a:cu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179388" lvl="0" indent="-179388" defTabSz="536312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kern="0" spc="-37" dirty="0">
                <a:solidFill>
                  <a:srgbClr val="014099"/>
                </a:solidFill>
                <a:latin typeface="Calibri"/>
              </a:rPr>
              <a:t>‘</a:t>
            </a:r>
            <a:r>
              <a:rPr lang="ko-KR" altLang="en-US" b="1" kern="0" spc="-37" dirty="0">
                <a:solidFill>
                  <a:srgbClr val="014099"/>
                </a:solidFill>
                <a:latin typeface="Calibri"/>
              </a:rPr>
              <a:t>슬라이드 마스터 텍스트 스타일 편집</a:t>
            </a:r>
            <a:r>
              <a:rPr lang="en-US" altLang="ko-KR" b="1" kern="0" spc="-37" dirty="0">
                <a:solidFill>
                  <a:srgbClr val="014099"/>
                </a:solidFill>
                <a:latin typeface="Calibri"/>
              </a:rPr>
              <a:t>’</a:t>
            </a:r>
            <a:r>
              <a:rPr lang="ko-KR" altLang="en-US" b="1" kern="0" spc="-37" dirty="0">
                <a:solidFill>
                  <a:srgbClr val="014099"/>
                </a:solidFill>
                <a:latin typeface="Calibri"/>
              </a:rPr>
              <a:t>에서 선택하여 사용 가능</a:t>
            </a:r>
            <a:endParaRPr lang="en-US" altLang="ko-KR" b="1" kern="0" spc="-37" dirty="0">
              <a:solidFill>
                <a:srgbClr val="014099"/>
              </a:solidFill>
              <a:latin typeface="Calibri"/>
            </a:endParaRPr>
          </a:p>
          <a:p>
            <a:pPr marL="179388" lvl="0" indent="-179388" defTabSz="536312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kern="0" spc="-37" dirty="0">
                <a:solidFill>
                  <a:srgbClr val="014099"/>
                </a:solidFill>
                <a:latin typeface="Calibri"/>
              </a:rPr>
              <a:t>글자 크기와 줄간격은 내용에 따라  수정 가능</a:t>
            </a:r>
            <a:endParaRPr lang="en-US" altLang="ko-KR" b="1" kern="0" spc="-37" dirty="0">
              <a:solidFill>
                <a:srgbClr val="014099"/>
              </a:solidFill>
              <a:latin typeface="Calibri"/>
            </a:endParaRPr>
          </a:p>
          <a:p>
            <a:pPr marL="179388" lvl="0" indent="-179388" defTabSz="536312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kern="0" spc="-37" dirty="0">
                <a:solidFill>
                  <a:srgbClr val="014099"/>
                </a:solidFill>
                <a:latin typeface="Calibri"/>
              </a:rPr>
              <a:t>신규 작성 강의안은 위 기준으로 작성</a:t>
            </a:r>
            <a:endParaRPr lang="en-US" altLang="ko-KR" b="1" kern="0" spc="-37" dirty="0">
              <a:solidFill>
                <a:srgbClr val="01409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3860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80" y="29178"/>
            <a:ext cx="10515600" cy="707348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원자로냉각재펌프 전동기 관성바퀴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1FF189-6D4B-46DA-BD23-79328A4CEDFF}"/>
              </a:ext>
            </a:extLst>
          </p:cNvPr>
          <p:cNvSpPr txBox="1"/>
          <p:nvPr/>
        </p:nvSpPr>
        <p:spPr>
          <a:xfrm>
            <a:off x="335360" y="829959"/>
            <a:ext cx="1166529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원자로냉각재펌프 전동기의 유일한 인허가 요건 적용 부품</a:t>
            </a:r>
            <a:r>
              <a:rPr lang="en-US" altLang="ko-KR" sz="2000" b="1" dirty="0">
                <a:latin typeface="+mn-ea"/>
              </a:rPr>
              <a:t>)</a:t>
            </a:r>
            <a:endParaRPr lang="en-US" altLang="ko-KR" dirty="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5C8C0B1-0BDD-4F3D-AFB7-88BCD6C9714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27448" y="1556792"/>
          <a:ext cx="9505056" cy="198360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52528">
                  <a:extLst>
                    <a:ext uri="{9D8B030D-6E8A-4147-A177-3AD203B41FA5}">
                      <a16:colId xmlns:a16="http://schemas.microsoft.com/office/drawing/2014/main" val="469713950"/>
                    </a:ext>
                  </a:extLst>
                </a:gridCol>
                <a:gridCol w="4752528">
                  <a:extLst>
                    <a:ext uri="{9D8B030D-6E8A-4147-A177-3AD203B41FA5}">
                      <a16:colId xmlns:a16="http://schemas.microsoft.com/office/drawing/2014/main" val="307834919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국내 인허가 요건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미국 인허가 요건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807553"/>
                  </a:ext>
                </a:extLst>
              </a:tr>
              <a:tr h="700253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KINS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규제지침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절</a:t>
                      </a:r>
                      <a:endParaRPr lang="en-US" altLang="ko-KR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원자로냉각재펌프 플라이휠의 건전성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USNRC Regulatory Guide 1.14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Reactor Coolant Pump Flywheel Integrity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148364"/>
                  </a:ext>
                </a:extLst>
              </a:tr>
              <a:tr h="700253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 경수로형 원전 안전심사지침 </a:t>
                      </a: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5.4.1.1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펌프 플라이휠의 건전성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SRP 05.04.01.01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Pump Flywheel Integrity (PWR)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7836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BEC8AAE-BEDF-4426-94B7-BC29D59223C8}"/>
              </a:ext>
            </a:extLst>
          </p:cNvPr>
          <p:cNvSpPr txBox="1"/>
          <p:nvPr/>
        </p:nvSpPr>
        <p:spPr>
          <a:xfrm>
            <a:off x="335360" y="3772739"/>
            <a:ext cx="11665296" cy="2577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+mn-ea"/>
              </a:rPr>
              <a:t>설계요건</a:t>
            </a:r>
            <a:endParaRPr lang="en-US" altLang="ko-KR" sz="2000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>
                <a:latin typeface="+mn-ea"/>
              </a:rPr>
              <a:t>RG 1.14</a:t>
            </a:r>
            <a:r>
              <a:rPr lang="ko-KR" altLang="en-US" dirty="0">
                <a:latin typeface="+mn-ea"/>
              </a:rPr>
              <a:t>에 따라 파괴인성과 인장물성 확인</a:t>
            </a:r>
            <a:endParaRPr lang="en-US" altLang="ko-KR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latin typeface="+mn-ea"/>
              </a:rPr>
              <a:t>아래 파괴해석을 통해 시험 결과로부터 얻어진 관성바퀴의 물성이 적합함을 입증</a:t>
            </a:r>
            <a:endParaRPr lang="en-US" altLang="ko-KR" dirty="0">
              <a:latin typeface="+mn-ea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연성파괴가 일어나는 예상 임계속도 해석</a:t>
            </a:r>
            <a:endParaRPr lang="en-US" altLang="ko-KR" dirty="0">
              <a:latin typeface="+mn-ea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err="1">
                <a:latin typeface="+mn-ea"/>
              </a:rPr>
              <a:t>무연성파괴가</a:t>
            </a:r>
            <a:r>
              <a:rPr lang="ko-KR" altLang="en-US" dirty="0">
                <a:latin typeface="+mn-ea"/>
              </a:rPr>
              <a:t> 일어나는 예상 임계속도 해석</a:t>
            </a:r>
            <a:endParaRPr lang="en-US" altLang="ko-KR" dirty="0">
              <a:latin typeface="+mn-ea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과도변형</a:t>
            </a:r>
            <a:r>
              <a:rPr lang="en-US" altLang="ko-KR" dirty="0">
                <a:latin typeface="+mn-ea"/>
              </a:rPr>
              <a:t>(excessive deformation)</a:t>
            </a:r>
            <a:r>
              <a:rPr lang="ko-KR" altLang="en-US" dirty="0">
                <a:latin typeface="+mn-ea"/>
              </a:rPr>
              <a:t>이 일어나는 예상 임계속도 해석</a:t>
            </a:r>
            <a:endParaRPr lang="en-US" altLang="ko-KR" dirty="0">
              <a:latin typeface="+mn-ea"/>
            </a:endParaRPr>
          </a:p>
        </p:txBody>
      </p:sp>
      <p:sp>
        <p:nvSpPr>
          <p:cNvPr id="9" name="설명선: 굽은 선 6">
            <a:extLst>
              <a:ext uri="{FF2B5EF4-FFF2-40B4-BE49-F238E27FC236}">
                <a16:creationId xmlns:a16="http://schemas.microsoft.com/office/drawing/2014/main" id="{B6D08FF9-ABDF-4A8A-87A6-4A8497B3B4B5}"/>
              </a:ext>
            </a:extLst>
          </p:cNvPr>
          <p:cNvSpPr/>
          <p:nvPr/>
        </p:nvSpPr>
        <p:spPr>
          <a:xfrm>
            <a:off x="8467628" y="769902"/>
            <a:ext cx="3389012" cy="707348"/>
          </a:xfrm>
          <a:prstGeom prst="borderCallout2">
            <a:avLst>
              <a:gd name="adj1" fmla="val 49158"/>
              <a:gd name="adj2" fmla="val 62"/>
              <a:gd name="adj3" fmla="val 49518"/>
              <a:gd name="adj4" fmla="val -9016"/>
              <a:gd name="adj5" fmla="val 49706"/>
              <a:gd name="adj6" fmla="val -20384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536312" latinLnBrk="0"/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20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p, 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진하게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설명선: 굽은 선 6">
            <a:extLst>
              <a:ext uri="{FF2B5EF4-FFF2-40B4-BE49-F238E27FC236}">
                <a16:creationId xmlns:a16="http://schemas.microsoft.com/office/drawing/2014/main" id="{35C3F2FD-E57B-453E-BFF9-73DC8A48A486}"/>
              </a:ext>
            </a:extLst>
          </p:cNvPr>
          <p:cNvSpPr/>
          <p:nvPr/>
        </p:nvSpPr>
        <p:spPr>
          <a:xfrm>
            <a:off x="8590696" y="3748544"/>
            <a:ext cx="3284424" cy="707349"/>
          </a:xfrm>
          <a:prstGeom prst="borderCallout2">
            <a:avLst>
              <a:gd name="adj1" fmla="val 49158"/>
              <a:gd name="adj2" fmla="val 62"/>
              <a:gd name="adj3" fmla="val 49518"/>
              <a:gd name="adj4" fmla="val -7330"/>
              <a:gd name="adj5" fmla="val -23178"/>
              <a:gd name="adj6" fmla="val -7234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536312" latinLnBrk="0"/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표 작성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0" algn="ctr" defTabSz="536312" latinLnBrk="0"/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16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p</a:t>
            </a:r>
          </a:p>
        </p:txBody>
      </p:sp>
      <p:sp>
        <p:nvSpPr>
          <p:cNvPr id="11" name="설명선: 굽은 선 6">
            <a:extLst>
              <a:ext uri="{FF2B5EF4-FFF2-40B4-BE49-F238E27FC236}">
                <a16:creationId xmlns:a16="http://schemas.microsoft.com/office/drawing/2014/main" id="{D20F5B32-6305-4B26-AD1E-157049246C2A}"/>
              </a:ext>
            </a:extLst>
          </p:cNvPr>
          <p:cNvSpPr/>
          <p:nvPr/>
        </p:nvSpPr>
        <p:spPr>
          <a:xfrm>
            <a:off x="8876124" y="5356960"/>
            <a:ext cx="2980516" cy="758837"/>
          </a:xfrm>
          <a:prstGeom prst="borderCallout2">
            <a:avLst>
              <a:gd name="adj1" fmla="val 49158"/>
              <a:gd name="adj2" fmla="val 62"/>
              <a:gd name="adj3" fmla="val 49494"/>
              <a:gd name="adj4" fmla="val -7969"/>
              <a:gd name="adj5" fmla="val 49294"/>
              <a:gd name="adj6" fmla="val -21403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536312" latinLnBrk="0"/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본문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작성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0" algn="ctr" defTabSz="536312" latinLnBrk="0"/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18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7076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액자 1"/>
          <p:cNvSpPr/>
          <p:nvPr/>
        </p:nvSpPr>
        <p:spPr>
          <a:xfrm>
            <a:off x="4185920" y="2356286"/>
            <a:ext cx="1778000" cy="1645920"/>
          </a:xfrm>
          <a:prstGeom prst="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6000" b="1" dirty="0">
                <a:solidFill>
                  <a:srgbClr val="00B050"/>
                </a:solidFill>
                <a:latin typeface="맑은 고딕"/>
                <a:ea typeface="맑은 고딕" panose="020B0503020000020004" pitchFamily="50" charset="-127"/>
              </a:rPr>
              <a:t>4</a:t>
            </a:r>
            <a:endParaRPr lang="ko-KR" altLang="en-US" sz="6000" b="1" dirty="0">
              <a:solidFill>
                <a:srgbClr val="00B05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0" y="2825303"/>
            <a:ext cx="4402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4000" b="1" dirty="0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정리하기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185920" y="1944955"/>
            <a:ext cx="6482080" cy="2425509"/>
            <a:chOff x="2661920" y="1944954"/>
            <a:chExt cx="4281377" cy="2425509"/>
          </a:xfrm>
        </p:grpSpPr>
        <p:grpSp>
          <p:nvGrpSpPr>
            <p:cNvPr id="5" name="그룹 4"/>
            <p:cNvGrpSpPr/>
            <p:nvPr/>
          </p:nvGrpSpPr>
          <p:grpSpPr>
            <a:xfrm>
              <a:off x="2661920" y="1944954"/>
              <a:ext cx="4281377" cy="88709"/>
              <a:chOff x="2712744" y="3972099"/>
              <a:chExt cx="2788173" cy="88711"/>
            </a:xfrm>
          </p:grpSpPr>
          <p:sp>
            <p:nvSpPr>
              <p:cNvPr id="10" name="직사각형 9"/>
              <p:cNvSpPr/>
              <p:nvPr/>
            </p:nvSpPr>
            <p:spPr>
              <a:xfrm flipV="1">
                <a:off x="2712744" y="3972099"/>
                <a:ext cx="929391" cy="8871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>
              <a:xfrm flipV="1">
                <a:off x="3642135" y="3972099"/>
                <a:ext cx="929391" cy="8871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 flipV="1">
                <a:off x="4571526" y="3972099"/>
                <a:ext cx="929391" cy="8871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2661920" y="4281754"/>
              <a:ext cx="4281377" cy="88709"/>
              <a:chOff x="2712744" y="3972099"/>
              <a:chExt cx="2788173" cy="88711"/>
            </a:xfrm>
          </p:grpSpPr>
          <p:sp>
            <p:nvSpPr>
              <p:cNvPr id="7" name="직사각형 6"/>
              <p:cNvSpPr/>
              <p:nvPr/>
            </p:nvSpPr>
            <p:spPr>
              <a:xfrm flipV="1">
                <a:off x="2712744" y="3972099"/>
                <a:ext cx="929391" cy="88711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직사각형 7"/>
              <p:cNvSpPr/>
              <p:nvPr/>
            </p:nvSpPr>
            <p:spPr>
              <a:xfrm flipV="1">
                <a:off x="3642135" y="3972099"/>
                <a:ext cx="929391" cy="8871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" name="직사각형 8"/>
              <p:cNvSpPr/>
              <p:nvPr/>
            </p:nvSpPr>
            <p:spPr>
              <a:xfrm flipV="1">
                <a:off x="4571526" y="3972099"/>
                <a:ext cx="929391" cy="8871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275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정리하기 </a:t>
            </a:r>
            <a:r>
              <a:rPr lang="en-US" altLang="ko-KR" dirty="0"/>
              <a:t>– </a:t>
            </a:r>
            <a:r>
              <a:rPr lang="ko-KR" altLang="en-US" dirty="0"/>
              <a:t>핵심내용정리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7D877-31CB-4DD2-A9E8-3A37F6B9C8F3}"/>
              </a:ext>
            </a:extLst>
          </p:cNvPr>
          <p:cNvSpPr txBox="1"/>
          <p:nvPr/>
        </p:nvSpPr>
        <p:spPr>
          <a:xfrm>
            <a:off x="625826" y="1019944"/>
            <a:ext cx="752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prstClr val="black"/>
              </a:buClr>
              <a:buFont typeface="Wingdings" panose="05000000000000000000" pitchFamily="2" charset="2"/>
              <a:buChar char="l"/>
            </a:pPr>
            <a:r>
              <a:rPr lang="ko-KR" altLang="en-US" sz="1800" b="1" kern="0" spc="-7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cs typeface="맑은 고딕 Semilight" panose="020B0502040204020203" pitchFamily="50" charset="-127"/>
              </a:rPr>
              <a:t>이번 과목에서 학습한 주요 내용은 다음과 같습니다</a:t>
            </a:r>
            <a:r>
              <a:rPr lang="en-US" altLang="ko-KR" sz="1800" b="1" kern="0" spc="-7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5" name="모서리가 둥근 직사각형 20">
            <a:extLst>
              <a:ext uri="{FF2B5EF4-FFF2-40B4-BE49-F238E27FC236}">
                <a16:creationId xmlns:a16="http://schemas.microsoft.com/office/drawing/2014/main" id="{03842C9D-9FEB-4875-93ED-822A68E5DB6B}"/>
              </a:ext>
            </a:extLst>
          </p:cNvPr>
          <p:cNvSpPr/>
          <p:nvPr/>
        </p:nvSpPr>
        <p:spPr>
          <a:xfrm>
            <a:off x="615842" y="1556792"/>
            <a:ext cx="10960316" cy="4689131"/>
          </a:xfrm>
          <a:prstGeom prst="roundRect">
            <a:avLst>
              <a:gd name="adj" fmla="val 12934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199385" rtlCol="0" anchor="t"/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b="1" dirty="0">
                <a:latin typeface="+mn-ea"/>
              </a:rPr>
              <a:t>가동원전에서 운영중인 </a:t>
            </a:r>
            <a:r>
              <a:rPr lang="en-US" altLang="ko-KR" b="1" dirty="0">
                <a:latin typeface="+mn-ea"/>
              </a:rPr>
              <a:t>RCP </a:t>
            </a:r>
            <a:r>
              <a:rPr lang="ko-KR" altLang="en-US" b="1" dirty="0">
                <a:latin typeface="+mn-ea"/>
              </a:rPr>
              <a:t>전동기는 </a:t>
            </a:r>
            <a:r>
              <a:rPr lang="en-US" altLang="ko-KR" b="1" dirty="0">
                <a:latin typeface="+mn-ea"/>
              </a:rPr>
              <a:t>Siemens, Westinghouse, CGE, </a:t>
            </a:r>
            <a:r>
              <a:rPr lang="en-US" altLang="ko-KR" b="1" dirty="0" err="1">
                <a:latin typeface="+mn-ea"/>
              </a:rPr>
              <a:t>Framatome</a:t>
            </a:r>
            <a:r>
              <a:rPr lang="ko-KR" altLang="en-US" b="1" dirty="0">
                <a:latin typeface="+mn-ea"/>
              </a:rPr>
              <a:t>이 있다</a:t>
            </a:r>
            <a:r>
              <a:rPr lang="en-US" altLang="ko-KR" b="1" dirty="0">
                <a:latin typeface="+mn-ea"/>
              </a:rPr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b="1" dirty="0" err="1">
                <a:latin typeface="+mn-ea"/>
              </a:rPr>
              <a:t>관성서행운전을</a:t>
            </a:r>
            <a:r>
              <a:rPr lang="ko-KR" altLang="en-US" b="1" dirty="0">
                <a:latin typeface="+mn-ea"/>
              </a:rPr>
              <a:t> 위한 관성바퀴</a:t>
            </a:r>
            <a:r>
              <a:rPr lang="en-US" altLang="ko-KR" b="1" dirty="0">
                <a:latin typeface="+mn-ea"/>
              </a:rPr>
              <a:t>(Flywheel)</a:t>
            </a:r>
            <a:r>
              <a:rPr lang="ko-KR" altLang="en-US" b="1" dirty="0">
                <a:latin typeface="+mn-ea"/>
              </a:rPr>
              <a:t>는 제작사마다 설치 위치가 상이하며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중수로형 </a:t>
            </a:r>
            <a:r>
              <a:rPr lang="en-US" altLang="ko-KR" b="1" dirty="0">
                <a:latin typeface="+mn-ea"/>
              </a:rPr>
              <a:t>RCP </a:t>
            </a:r>
            <a:br>
              <a:rPr lang="en-US" altLang="ko-KR" b="1" dirty="0">
                <a:latin typeface="+mn-ea"/>
              </a:rPr>
            </a:br>
            <a:r>
              <a:rPr lang="ko-KR" altLang="en-US" b="1" dirty="0">
                <a:latin typeface="+mn-ea"/>
              </a:rPr>
              <a:t>전동기의 관성바퀴는 축의 양측에 각각 </a:t>
            </a: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개씩이 설치되어 있다</a:t>
            </a:r>
            <a:r>
              <a:rPr lang="en-US" altLang="ko-KR" b="1" dirty="0">
                <a:latin typeface="+mn-ea"/>
              </a:rPr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b="1" dirty="0">
                <a:latin typeface="+mn-ea"/>
              </a:rPr>
              <a:t>RCP </a:t>
            </a:r>
            <a:r>
              <a:rPr lang="ko-KR" altLang="en-US" b="1" dirty="0">
                <a:latin typeface="+mn-ea"/>
              </a:rPr>
              <a:t>전동기에는 </a:t>
            </a:r>
            <a:r>
              <a:rPr lang="ko-KR" altLang="en-US" b="1" dirty="0" err="1">
                <a:latin typeface="+mn-ea"/>
              </a:rPr>
              <a:t>오결선</a:t>
            </a:r>
            <a:r>
              <a:rPr lang="en-US" altLang="ko-KR" b="1" dirty="0">
                <a:latin typeface="+mn-ea"/>
              </a:rPr>
              <a:t>, RCS </a:t>
            </a:r>
            <a:r>
              <a:rPr lang="ko-KR" altLang="en-US" b="1" dirty="0">
                <a:latin typeface="+mn-ea"/>
              </a:rPr>
              <a:t>역류에 의해 전동기가 설계된 방향과 다르게 회전하지 않도록 </a:t>
            </a:r>
            <a:br>
              <a:rPr lang="en-US" altLang="ko-KR" b="1" dirty="0">
                <a:latin typeface="+mn-ea"/>
              </a:rPr>
            </a:br>
            <a:r>
              <a:rPr lang="ko-KR" altLang="en-US" b="1" dirty="0">
                <a:latin typeface="+mn-ea"/>
              </a:rPr>
              <a:t>역회전 방지장치가 설치되어 있다</a:t>
            </a:r>
            <a:r>
              <a:rPr lang="en-US" altLang="ko-KR" b="1" dirty="0">
                <a:latin typeface="+mn-ea"/>
              </a:rPr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b="1" dirty="0">
                <a:latin typeface="+mn-ea"/>
              </a:rPr>
              <a:t>US RG. 1.14</a:t>
            </a:r>
            <a:r>
              <a:rPr lang="ko-KR" altLang="en-US" b="1" dirty="0">
                <a:latin typeface="+mn-ea"/>
              </a:rPr>
              <a:t>에 따른 인허가 요건을 적용하는 </a:t>
            </a:r>
            <a:r>
              <a:rPr lang="en-US" altLang="ko-KR" b="1" dirty="0">
                <a:latin typeface="+mn-ea"/>
              </a:rPr>
              <a:t>RCP </a:t>
            </a:r>
            <a:r>
              <a:rPr lang="ko-KR" altLang="en-US" b="1" dirty="0">
                <a:latin typeface="+mn-ea"/>
              </a:rPr>
              <a:t>전동기 부품에는 관성바퀴</a:t>
            </a:r>
            <a:r>
              <a:rPr lang="en-US" altLang="ko-KR" b="1" dirty="0">
                <a:latin typeface="+mn-ea"/>
              </a:rPr>
              <a:t>(Flywheel)</a:t>
            </a:r>
            <a:r>
              <a:rPr lang="ko-KR" altLang="en-US" b="1" dirty="0">
                <a:latin typeface="+mn-ea"/>
              </a:rPr>
              <a:t>이 있다 </a:t>
            </a:r>
            <a:endParaRPr lang="en-US" altLang="ko-KR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b="1" dirty="0">
                <a:latin typeface="+mn-ea"/>
              </a:rPr>
              <a:t>전동기 냉각회로 구성을 위해 고정자와 회전자 철심에는 </a:t>
            </a:r>
            <a:r>
              <a:rPr lang="en-US" altLang="ko-KR" b="1" dirty="0">
                <a:latin typeface="+mn-ea"/>
              </a:rPr>
              <a:t>Vent Duct</a:t>
            </a:r>
            <a:r>
              <a:rPr lang="ko-KR" altLang="en-US" b="1" dirty="0">
                <a:latin typeface="+mn-ea"/>
              </a:rPr>
              <a:t>가 사용되며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장기 운전 시</a:t>
            </a:r>
            <a:br>
              <a:rPr lang="ko-KR" altLang="en-US" b="1" dirty="0">
                <a:latin typeface="+mn-ea"/>
              </a:rPr>
            </a:br>
            <a:r>
              <a:rPr lang="ko-KR" altLang="en-US" b="1" dirty="0" err="1">
                <a:latin typeface="+mn-ea"/>
              </a:rPr>
              <a:t>압축력</a:t>
            </a:r>
            <a:r>
              <a:rPr lang="ko-KR" altLang="en-US" b="1" dirty="0">
                <a:latin typeface="+mn-ea"/>
              </a:rPr>
              <a:t> 저하로 부품 탈락 위험이 있으므로 분해점검 시 </a:t>
            </a:r>
            <a:r>
              <a:rPr lang="en-US" altLang="ko-KR" b="1" dirty="0" err="1">
                <a:latin typeface="+mn-ea"/>
              </a:rPr>
              <a:t>Lossness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점검 등이 필요하다</a:t>
            </a:r>
            <a:r>
              <a:rPr lang="en-US" altLang="ko-KR" b="1" dirty="0">
                <a:latin typeface="+mn-ea"/>
              </a:rPr>
              <a:t>.</a:t>
            </a:r>
          </a:p>
        </p:txBody>
      </p:sp>
      <p:sp>
        <p:nvSpPr>
          <p:cNvPr id="6" name="설명선: 굽은 선 9">
            <a:extLst>
              <a:ext uri="{FF2B5EF4-FFF2-40B4-BE49-F238E27FC236}">
                <a16:creationId xmlns:a16="http://schemas.microsoft.com/office/drawing/2014/main" id="{52756CCD-8EC1-482A-9D67-67E3CCE103F9}"/>
              </a:ext>
            </a:extLst>
          </p:cNvPr>
          <p:cNvSpPr/>
          <p:nvPr/>
        </p:nvSpPr>
        <p:spPr>
          <a:xfrm>
            <a:off x="7320136" y="917618"/>
            <a:ext cx="4402540" cy="555416"/>
          </a:xfrm>
          <a:prstGeom prst="borderCallout2">
            <a:avLst>
              <a:gd name="adj1" fmla="val 49690"/>
              <a:gd name="adj2" fmla="val 288"/>
              <a:gd name="adj3" fmla="val 50442"/>
              <a:gd name="adj4" fmla="val -7667"/>
              <a:gd name="adj5" fmla="val 51579"/>
              <a:gd name="adj6" fmla="val -25913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285750" lvl="0" indent="-285750" defTabSz="536312" latinLnBrk="0">
              <a:buFont typeface="Wingdings" panose="05000000000000000000" pitchFamily="2" charset="2"/>
              <a:buChar char="§"/>
            </a:pP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18p,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검은색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진하게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285750" lvl="0" indent="-285750" defTabSz="536312" latinLnBrk="0">
              <a:buFont typeface="Wingdings" panose="05000000000000000000" pitchFamily="2" charset="2"/>
              <a:buChar char="§"/>
            </a:pP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글머리표 변경 금지</a:t>
            </a:r>
            <a:endParaRPr kumimoji="0" lang="en-US" altLang="ko-KR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설명선: 굽은 선 9">
            <a:extLst>
              <a:ext uri="{FF2B5EF4-FFF2-40B4-BE49-F238E27FC236}">
                <a16:creationId xmlns:a16="http://schemas.microsoft.com/office/drawing/2014/main" id="{C2D95EF1-C0D8-4288-8F3C-12CAE0DD8760}"/>
              </a:ext>
            </a:extLst>
          </p:cNvPr>
          <p:cNvSpPr/>
          <p:nvPr/>
        </p:nvSpPr>
        <p:spPr>
          <a:xfrm>
            <a:off x="2999656" y="6302583"/>
            <a:ext cx="4402540" cy="847167"/>
          </a:xfrm>
          <a:prstGeom prst="borderCallout2">
            <a:avLst>
              <a:gd name="adj1" fmla="val 49690"/>
              <a:gd name="adj2" fmla="val 288"/>
              <a:gd name="adj3" fmla="val 50442"/>
              <a:gd name="adj4" fmla="val -7667"/>
              <a:gd name="adj5" fmla="val -26022"/>
              <a:gd name="adj6" fmla="val -33835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285750" lvl="0" indent="-285750" defTabSz="536312" latinLnBrk="0">
              <a:buFont typeface="Wingdings" panose="05000000000000000000" pitchFamily="2" charset="2"/>
              <a:buChar char="§"/>
            </a:pP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18p,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검은색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진하게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285750" lvl="0" indent="-285750" defTabSz="536312" latinLnBrk="0">
              <a:buFont typeface="Wingdings" panose="05000000000000000000" pitchFamily="2" charset="2"/>
              <a:buChar char="§"/>
            </a:pP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글머리표 변경 금지</a:t>
            </a:r>
            <a:endParaRPr lang="en-US" altLang="ko-KR" b="1" kern="0" spc="-55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285750" lvl="0" indent="-285750" defTabSz="536312" latinLnBrk="0">
              <a:buFont typeface="Wingdings" panose="05000000000000000000" pitchFamily="2" charset="2"/>
              <a:buChar char="§"/>
            </a:pPr>
            <a:r>
              <a:rPr kumimoji="0" lang="ko-KR" altLang="en-US" b="1" i="0" u="none" strike="noStrike" kern="0" cap="none" spc="-55" normalizeH="0" baseline="0" noProof="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줄간격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2.0</a:t>
            </a:r>
            <a:endParaRPr kumimoji="0" lang="en-US" altLang="ko-KR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61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참고자료</a:t>
            </a:r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372C65-C119-4178-AE22-FBA8163452CA}"/>
              </a:ext>
            </a:extLst>
          </p:cNvPr>
          <p:cNvSpPr/>
          <p:nvPr/>
        </p:nvSpPr>
        <p:spPr>
          <a:xfrm>
            <a:off x="479376" y="836712"/>
            <a:ext cx="11089232" cy="3072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+mn-ea"/>
              </a:rPr>
              <a:t>좌측 글머리 기호로 표시</a:t>
            </a:r>
            <a:endParaRPr lang="en-US" altLang="ko-KR" sz="2000" b="1" dirty="0">
              <a:latin typeface="+mn-ea"/>
            </a:endParaRPr>
          </a:p>
          <a:p>
            <a:pPr marL="358775" indent="-35877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+mn-ea"/>
              </a:rPr>
              <a:t>아래는 글머리 기호 표기 순서 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슬라이드 마스터</a:t>
            </a:r>
            <a:r>
              <a:rPr lang="en-US" altLang="ko-KR" sz="2000" b="1" dirty="0">
                <a:latin typeface="+mn-ea"/>
              </a:rPr>
              <a:t> – </a:t>
            </a:r>
            <a:r>
              <a:rPr lang="ko-KR" altLang="en-US" sz="2000" b="1" dirty="0" err="1">
                <a:latin typeface="+mn-ea"/>
              </a:rPr>
              <a:t>레이아웃참고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 </a:t>
            </a:r>
            <a:endParaRPr lang="en-US" altLang="ko-KR" sz="2000" b="1" dirty="0">
              <a:latin typeface="+mn-ea"/>
            </a:endParaRPr>
          </a:p>
          <a:p>
            <a:pPr marL="358775" indent="-35877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+mn-ea"/>
              </a:rPr>
              <a:t>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+mn-ea"/>
              </a:rPr>
              <a:t> </a:t>
            </a:r>
          </a:p>
          <a:p>
            <a:pPr marL="1257300" lvl="2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ko-KR" sz="2000" b="1" dirty="0">
                <a:latin typeface="+mn-ea"/>
              </a:rPr>
              <a:t>  </a:t>
            </a:r>
          </a:p>
        </p:txBody>
      </p:sp>
      <p:sp>
        <p:nvSpPr>
          <p:cNvPr id="5" name="설명선: 굽은 선 9">
            <a:extLst>
              <a:ext uri="{FF2B5EF4-FFF2-40B4-BE49-F238E27FC236}">
                <a16:creationId xmlns:a16="http://schemas.microsoft.com/office/drawing/2014/main" id="{321EC0E6-72D6-4BF8-96D1-7448E971BBDE}"/>
              </a:ext>
            </a:extLst>
          </p:cNvPr>
          <p:cNvSpPr/>
          <p:nvPr/>
        </p:nvSpPr>
        <p:spPr>
          <a:xfrm>
            <a:off x="3647728" y="2564904"/>
            <a:ext cx="3905751" cy="691532"/>
          </a:xfrm>
          <a:custGeom>
            <a:avLst/>
            <a:gdLst>
              <a:gd name="connsiteX0" fmla="*/ 0 w 4711957"/>
              <a:gd name="connsiteY0" fmla="*/ 0 h 1003951"/>
              <a:gd name="connsiteX1" fmla="*/ 4711957 w 4711957"/>
              <a:gd name="connsiteY1" fmla="*/ 0 h 1003951"/>
              <a:gd name="connsiteX2" fmla="*/ 4711957 w 4711957"/>
              <a:gd name="connsiteY2" fmla="*/ 1003951 h 1003951"/>
              <a:gd name="connsiteX3" fmla="*/ 0 w 4711957"/>
              <a:gd name="connsiteY3" fmla="*/ 1003951 h 1003951"/>
              <a:gd name="connsiteX4" fmla="*/ 0 w 4711957"/>
              <a:gd name="connsiteY4" fmla="*/ 0 h 1003951"/>
              <a:gd name="connsiteX0" fmla="*/ 4853 w 4711957"/>
              <a:gd name="connsiteY0" fmla="*/ 551119 h 1003951"/>
              <a:gd name="connsiteX1" fmla="*/ -326397 w 4711957"/>
              <a:gd name="connsiteY1" fmla="*/ 558669 h 1003951"/>
              <a:gd name="connsiteX2" fmla="*/ -1325521 w 4711957"/>
              <a:gd name="connsiteY2" fmla="*/ 1311160 h 1003951"/>
              <a:gd name="connsiteX0" fmla="*/ 1325521 w 6037478"/>
              <a:gd name="connsiteY0" fmla="*/ 0 h 1311160"/>
              <a:gd name="connsiteX1" fmla="*/ 6037478 w 6037478"/>
              <a:gd name="connsiteY1" fmla="*/ 0 h 1311160"/>
              <a:gd name="connsiteX2" fmla="*/ 6037478 w 6037478"/>
              <a:gd name="connsiteY2" fmla="*/ 1003951 h 1311160"/>
              <a:gd name="connsiteX3" fmla="*/ 1325521 w 6037478"/>
              <a:gd name="connsiteY3" fmla="*/ 1003951 h 1311160"/>
              <a:gd name="connsiteX4" fmla="*/ 1325521 w 6037478"/>
              <a:gd name="connsiteY4" fmla="*/ 0 h 1311160"/>
              <a:gd name="connsiteX0" fmla="*/ 1330374 w 6037478"/>
              <a:gd name="connsiteY0" fmla="*/ 551119 h 1311160"/>
              <a:gd name="connsiteX1" fmla="*/ 0 w 6037478"/>
              <a:gd name="connsiteY1" fmla="*/ 1311160 h 1311160"/>
              <a:gd name="connsiteX0" fmla="*/ 1325521 w 6037478"/>
              <a:gd name="connsiteY0" fmla="*/ 0 h 1311160"/>
              <a:gd name="connsiteX1" fmla="*/ 6037478 w 6037478"/>
              <a:gd name="connsiteY1" fmla="*/ 0 h 1311160"/>
              <a:gd name="connsiteX2" fmla="*/ 6037478 w 6037478"/>
              <a:gd name="connsiteY2" fmla="*/ 1003951 h 1311160"/>
              <a:gd name="connsiteX3" fmla="*/ 1325521 w 6037478"/>
              <a:gd name="connsiteY3" fmla="*/ 1003951 h 1311160"/>
              <a:gd name="connsiteX4" fmla="*/ 1325521 w 6037478"/>
              <a:gd name="connsiteY4" fmla="*/ 0 h 1311160"/>
              <a:gd name="connsiteX0" fmla="*/ 1330374 w 6037478"/>
              <a:gd name="connsiteY0" fmla="*/ 551119 h 1311160"/>
              <a:gd name="connsiteX1" fmla="*/ 0 w 6037478"/>
              <a:gd name="connsiteY1" fmla="*/ 1311160 h 1311160"/>
              <a:gd name="connsiteX0" fmla="*/ 1325521 w 6037478"/>
              <a:gd name="connsiteY0" fmla="*/ 0 h 1311160"/>
              <a:gd name="connsiteX1" fmla="*/ 6037478 w 6037478"/>
              <a:gd name="connsiteY1" fmla="*/ 0 h 1311160"/>
              <a:gd name="connsiteX2" fmla="*/ 6037478 w 6037478"/>
              <a:gd name="connsiteY2" fmla="*/ 1003951 h 1311160"/>
              <a:gd name="connsiteX3" fmla="*/ 1325521 w 6037478"/>
              <a:gd name="connsiteY3" fmla="*/ 1003951 h 1311160"/>
              <a:gd name="connsiteX4" fmla="*/ 1325521 w 6037478"/>
              <a:gd name="connsiteY4" fmla="*/ 0 h 1311160"/>
              <a:gd name="connsiteX0" fmla="*/ 1274956 w 6037478"/>
              <a:gd name="connsiteY0" fmla="*/ 6174 h 1311160"/>
              <a:gd name="connsiteX1" fmla="*/ 0 w 6037478"/>
              <a:gd name="connsiteY1" fmla="*/ 1311160 h 1311160"/>
              <a:gd name="connsiteX0" fmla="*/ 1325521 w 6037478"/>
              <a:gd name="connsiteY0" fmla="*/ 95426 h 1406586"/>
              <a:gd name="connsiteX1" fmla="*/ 6037478 w 6037478"/>
              <a:gd name="connsiteY1" fmla="*/ 95426 h 1406586"/>
              <a:gd name="connsiteX2" fmla="*/ 6037478 w 6037478"/>
              <a:gd name="connsiteY2" fmla="*/ 1099377 h 1406586"/>
              <a:gd name="connsiteX3" fmla="*/ 1325521 w 6037478"/>
              <a:gd name="connsiteY3" fmla="*/ 1099377 h 1406586"/>
              <a:gd name="connsiteX4" fmla="*/ 1325521 w 6037478"/>
              <a:gd name="connsiteY4" fmla="*/ 95426 h 1406586"/>
              <a:gd name="connsiteX0" fmla="*/ 1145647 w 6037478"/>
              <a:gd name="connsiteY0" fmla="*/ 0 h 1406586"/>
              <a:gd name="connsiteX1" fmla="*/ 0 w 6037478"/>
              <a:gd name="connsiteY1" fmla="*/ 1406586 h 1406586"/>
              <a:gd name="connsiteX0" fmla="*/ 184030 w 4895987"/>
              <a:gd name="connsiteY0" fmla="*/ 95426 h 1099377"/>
              <a:gd name="connsiteX1" fmla="*/ 4895987 w 4895987"/>
              <a:gd name="connsiteY1" fmla="*/ 95426 h 1099377"/>
              <a:gd name="connsiteX2" fmla="*/ 4895987 w 4895987"/>
              <a:gd name="connsiteY2" fmla="*/ 1099377 h 1099377"/>
              <a:gd name="connsiteX3" fmla="*/ 184030 w 4895987"/>
              <a:gd name="connsiteY3" fmla="*/ 1099377 h 1099377"/>
              <a:gd name="connsiteX4" fmla="*/ 184030 w 4895987"/>
              <a:gd name="connsiteY4" fmla="*/ 95426 h 1099377"/>
              <a:gd name="connsiteX0" fmla="*/ 4156 w 4895987"/>
              <a:gd name="connsiteY0" fmla="*/ 0 h 1099377"/>
              <a:gd name="connsiteX1" fmla="*/ 216255 w 4895987"/>
              <a:gd name="connsiteY1" fmla="*/ 95022 h 1099377"/>
              <a:gd name="connsiteX0" fmla="*/ 0 w 4711957"/>
              <a:gd name="connsiteY0" fmla="*/ 33782 h 1037733"/>
              <a:gd name="connsiteX1" fmla="*/ 4711957 w 4711957"/>
              <a:gd name="connsiteY1" fmla="*/ 33782 h 1037733"/>
              <a:gd name="connsiteX2" fmla="*/ 4711957 w 4711957"/>
              <a:gd name="connsiteY2" fmla="*/ 1037733 h 1037733"/>
              <a:gd name="connsiteX3" fmla="*/ 0 w 4711957"/>
              <a:gd name="connsiteY3" fmla="*/ 1037733 h 1037733"/>
              <a:gd name="connsiteX4" fmla="*/ 0 w 4711957"/>
              <a:gd name="connsiteY4" fmla="*/ 33782 h 1037733"/>
              <a:gd name="connsiteX0" fmla="*/ 51035 w 4711957"/>
              <a:gd name="connsiteY0" fmla="*/ 815811 h 1037733"/>
              <a:gd name="connsiteX1" fmla="*/ 32225 w 4711957"/>
              <a:gd name="connsiteY1" fmla="*/ 33378 h 1037733"/>
              <a:gd name="connsiteX0" fmla="*/ 0 w 4711957"/>
              <a:gd name="connsiteY0" fmla="*/ 33997 h 1037948"/>
              <a:gd name="connsiteX1" fmla="*/ 4711957 w 4711957"/>
              <a:gd name="connsiteY1" fmla="*/ 33997 h 1037948"/>
              <a:gd name="connsiteX2" fmla="*/ 4711957 w 4711957"/>
              <a:gd name="connsiteY2" fmla="*/ 1037948 h 1037948"/>
              <a:gd name="connsiteX3" fmla="*/ 0 w 4711957"/>
              <a:gd name="connsiteY3" fmla="*/ 1037948 h 1037948"/>
              <a:gd name="connsiteX4" fmla="*/ 0 w 4711957"/>
              <a:gd name="connsiteY4" fmla="*/ 33997 h 1037948"/>
              <a:gd name="connsiteX0" fmla="*/ 78744 w 4711957"/>
              <a:gd name="connsiteY0" fmla="*/ 806790 h 1037948"/>
              <a:gd name="connsiteX1" fmla="*/ 32225 w 4711957"/>
              <a:gd name="connsiteY1" fmla="*/ 33593 h 1037948"/>
              <a:gd name="connsiteX0" fmla="*/ 414430 w 5126387"/>
              <a:gd name="connsiteY0" fmla="*/ 34221 h 1038172"/>
              <a:gd name="connsiteX1" fmla="*/ 5126387 w 5126387"/>
              <a:gd name="connsiteY1" fmla="*/ 34221 h 1038172"/>
              <a:gd name="connsiteX2" fmla="*/ 5126387 w 5126387"/>
              <a:gd name="connsiteY2" fmla="*/ 1038172 h 1038172"/>
              <a:gd name="connsiteX3" fmla="*/ 414430 w 5126387"/>
              <a:gd name="connsiteY3" fmla="*/ 1038172 h 1038172"/>
              <a:gd name="connsiteX4" fmla="*/ 414430 w 5126387"/>
              <a:gd name="connsiteY4" fmla="*/ 34221 h 1038172"/>
              <a:gd name="connsiteX0" fmla="*/ 493174 w 5126387"/>
              <a:gd name="connsiteY0" fmla="*/ 807014 h 1038172"/>
              <a:gd name="connsiteX1" fmla="*/ 27209 w 5126387"/>
              <a:gd name="connsiteY1" fmla="*/ 247561 h 1038172"/>
              <a:gd name="connsiteX2" fmla="*/ 446655 w 5126387"/>
              <a:gd name="connsiteY2" fmla="*/ 33817 h 1038172"/>
              <a:gd name="connsiteX0" fmla="*/ 0 w 4711957"/>
              <a:gd name="connsiteY0" fmla="*/ 404 h 1004355"/>
              <a:gd name="connsiteX1" fmla="*/ 4711957 w 4711957"/>
              <a:gd name="connsiteY1" fmla="*/ 404 h 1004355"/>
              <a:gd name="connsiteX2" fmla="*/ 4711957 w 4711957"/>
              <a:gd name="connsiteY2" fmla="*/ 1004355 h 1004355"/>
              <a:gd name="connsiteX3" fmla="*/ 0 w 4711957"/>
              <a:gd name="connsiteY3" fmla="*/ 1004355 h 1004355"/>
              <a:gd name="connsiteX4" fmla="*/ 0 w 4711957"/>
              <a:gd name="connsiteY4" fmla="*/ 404 h 1004355"/>
              <a:gd name="connsiteX0" fmla="*/ 78744 w 4711957"/>
              <a:gd name="connsiteY0" fmla="*/ 773197 h 1004355"/>
              <a:gd name="connsiteX1" fmla="*/ 32225 w 4711957"/>
              <a:gd name="connsiteY1" fmla="*/ 0 h 1004355"/>
              <a:gd name="connsiteX0" fmla="*/ 203895 w 4915852"/>
              <a:gd name="connsiteY0" fmla="*/ 404 h 1004355"/>
              <a:gd name="connsiteX1" fmla="*/ 4915852 w 4915852"/>
              <a:gd name="connsiteY1" fmla="*/ 404 h 1004355"/>
              <a:gd name="connsiteX2" fmla="*/ 4915852 w 4915852"/>
              <a:gd name="connsiteY2" fmla="*/ 1004355 h 1004355"/>
              <a:gd name="connsiteX3" fmla="*/ 203895 w 4915852"/>
              <a:gd name="connsiteY3" fmla="*/ 1004355 h 1004355"/>
              <a:gd name="connsiteX4" fmla="*/ 203895 w 4915852"/>
              <a:gd name="connsiteY4" fmla="*/ 404 h 1004355"/>
              <a:gd name="connsiteX0" fmla="*/ 282639 w 4915852"/>
              <a:gd name="connsiteY0" fmla="*/ 773197 h 1004355"/>
              <a:gd name="connsiteX1" fmla="*/ 236120 w 4915852"/>
              <a:gd name="connsiteY1" fmla="*/ 0 h 1004355"/>
              <a:gd name="connsiteX0" fmla="*/ 545400 w 5257357"/>
              <a:gd name="connsiteY0" fmla="*/ 404 h 1004355"/>
              <a:gd name="connsiteX1" fmla="*/ 5257357 w 5257357"/>
              <a:gd name="connsiteY1" fmla="*/ 404 h 1004355"/>
              <a:gd name="connsiteX2" fmla="*/ 5257357 w 5257357"/>
              <a:gd name="connsiteY2" fmla="*/ 1004355 h 1004355"/>
              <a:gd name="connsiteX3" fmla="*/ 545400 w 5257357"/>
              <a:gd name="connsiteY3" fmla="*/ 1004355 h 1004355"/>
              <a:gd name="connsiteX4" fmla="*/ 545400 w 5257357"/>
              <a:gd name="connsiteY4" fmla="*/ 404 h 1004355"/>
              <a:gd name="connsiteX0" fmla="*/ 199271 w 5257357"/>
              <a:gd name="connsiteY0" fmla="*/ 856325 h 1004355"/>
              <a:gd name="connsiteX1" fmla="*/ 577625 w 5257357"/>
              <a:gd name="connsiteY1" fmla="*/ 0 h 1004355"/>
              <a:gd name="connsiteX0" fmla="*/ 237831 w 4949788"/>
              <a:gd name="connsiteY0" fmla="*/ 404 h 1004355"/>
              <a:gd name="connsiteX1" fmla="*/ 4949788 w 4949788"/>
              <a:gd name="connsiteY1" fmla="*/ 404 h 1004355"/>
              <a:gd name="connsiteX2" fmla="*/ 4949788 w 4949788"/>
              <a:gd name="connsiteY2" fmla="*/ 1004355 h 1004355"/>
              <a:gd name="connsiteX3" fmla="*/ 237831 w 4949788"/>
              <a:gd name="connsiteY3" fmla="*/ 1004355 h 1004355"/>
              <a:gd name="connsiteX4" fmla="*/ 237831 w 4949788"/>
              <a:gd name="connsiteY4" fmla="*/ 404 h 1004355"/>
              <a:gd name="connsiteX0" fmla="*/ 270393 w 4949788"/>
              <a:gd name="connsiteY0" fmla="*/ 1004107 h 1004355"/>
              <a:gd name="connsiteX1" fmla="*/ 270056 w 4949788"/>
              <a:gd name="connsiteY1" fmla="*/ 0 h 1004355"/>
              <a:gd name="connsiteX0" fmla="*/ 237831 w 4949788"/>
              <a:gd name="connsiteY0" fmla="*/ 404 h 1004355"/>
              <a:gd name="connsiteX1" fmla="*/ 4949788 w 4949788"/>
              <a:gd name="connsiteY1" fmla="*/ 404 h 1004355"/>
              <a:gd name="connsiteX2" fmla="*/ 4949788 w 4949788"/>
              <a:gd name="connsiteY2" fmla="*/ 1004355 h 1004355"/>
              <a:gd name="connsiteX3" fmla="*/ 237831 w 4949788"/>
              <a:gd name="connsiteY3" fmla="*/ 1004355 h 1004355"/>
              <a:gd name="connsiteX4" fmla="*/ 237831 w 4949788"/>
              <a:gd name="connsiteY4" fmla="*/ 404 h 1004355"/>
              <a:gd name="connsiteX0" fmla="*/ 270393 w 4949788"/>
              <a:gd name="connsiteY0" fmla="*/ 1004107 h 1004355"/>
              <a:gd name="connsiteX1" fmla="*/ 270056 w 4949788"/>
              <a:gd name="connsiteY1" fmla="*/ 0 h 1004355"/>
              <a:gd name="connsiteX2" fmla="*/ 270393 w 4949788"/>
              <a:gd name="connsiteY2" fmla="*/ 1004107 h 1004355"/>
              <a:gd name="connsiteX0" fmla="*/ 237831 w 4949788"/>
              <a:gd name="connsiteY0" fmla="*/ 404 h 1095547"/>
              <a:gd name="connsiteX1" fmla="*/ 4949788 w 4949788"/>
              <a:gd name="connsiteY1" fmla="*/ 404 h 1095547"/>
              <a:gd name="connsiteX2" fmla="*/ 4949788 w 4949788"/>
              <a:gd name="connsiteY2" fmla="*/ 1004355 h 1095547"/>
              <a:gd name="connsiteX3" fmla="*/ 237831 w 4949788"/>
              <a:gd name="connsiteY3" fmla="*/ 1004355 h 1095547"/>
              <a:gd name="connsiteX4" fmla="*/ 237831 w 4949788"/>
              <a:gd name="connsiteY4" fmla="*/ 404 h 1095547"/>
              <a:gd name="connsiteX0" fmla="*/ 270393 w 4949788"/>
              <a:gd name="connsiteY0" fmla="*/ 1004107 h 1095547"/>
              <a:gd name="connsiteX1" fmla="*/ 270056 w 4949788"/>
              <a:gd name="connsiteY1" fmla="*/ 0 h 1095547"/>
              <a:gd name="connsiteX2" fmla="*/ 361833 w 4949788"/>
              <a:gd name="connsiteY2" fmla="*/ 1095547 h 1095547"/>
              <a:gd name="connsiteX0" fmla="*/ 237831 w 4949788"/>
              <a:gd name="connsiteY0" fmla="*/ 404 h 1004355"/>
              <a:gd name="connsiteX1" fmla="*/ 4949788 w 4949788"/>
              <a:gd name="connsiteY1" fmla="*/ 404 h 1004355"/>
              <a:gd name="connsiteX2" fmla="*/ 4949788 w 4949788"/>
              <a:gd name="connsiteY2" fmla="*/ 1004355 h 1004355"/>
              <a:gd name="connsiteX3" fmla="*/ 237831 w 4949788"/>
              <a:gd name="connsiteY3" fmla="*/ 1004355 h 1004355"/>
              <a:gd name="connsiteX4" fmla="*/ 237831 w 4949788"/>
              <a:gd name="connsiteY4" fmla="*/ 404 h 1004355"/>
              <a:gd name="connsiteX0" fmla="*/ 270393 w 4949788"/>
              <a:gd name="connsiteY0" fmla="*/ 1004107 h 1004355"/>
              <a:gd name="connsiteX1" fmla="*/ 270056 w 4949788"/>
              <a:gd name="connsiteY1" fmla="*/ 0 h 1004355"/>
              <a:gd name="connsiteX0" fmla="*/ 95421 w 4807378"/>
              <a:gd name="connsiteY0" fmla="*/ 404 h 1004355"/>
              <a:gd name="connsiteX1" fmla="*/ 4807378 w 4807378"/>
              <a:gd name="connsiteY1" fmla="*/ 404 h 1004355"/>
              <a:gd name="connsiteX2" fmla="*/ 4807378 w 4807378"/>
              <a:gd name="connsiteY2" fmla="*/ 1004355 h 1004355"/>
              <a:gd name="connsiteX3" fmla="*/ 95421 w 4807378"/>
              <a:gd name="connsiteY3" fmla="*/ 1004355 h 1004355"/>
              <a:gd name="connsiteX4" fmla="*/ 95421 w 4807378"/>
              <a:gd name="connsiteY4" fmla="*/ 404 h 1004355"/>
              <a:gd name="connsiteX0" fmla="*/ 127983 w 4807378"/>
              <a:gd name="connsiteY0" fmla="*/ 1004107 h 1004355"/>
              <a:gd name="connsiteX1" fmla="*/ 151545 w 4807378"/>
              <a:gd name="connsiteY1" fmla="*/ 749453 h 1004355"/>
              <a:gd name="connsiteX2" fmla="*/ 127646 w 4807378"/>
              <a:gd name="connsiteY2" fmla="*/ 0 h 1004355"/>
              <a:gd name="connsiteX0" fmla="*/ 0 w 4711957"/>
              <a:gd name="connsiteY0" fmla="*/ 404 h 1004355"/>
              <a:gd name="connsiteX1" fmla="*/ 4711957 w 4711957"/>
              <a:gd name="connsiteY1" fmla="*/ 404 h 1004355"/>
              <a:gd name="connsiteX2" fmla="*/ 4711957 w 4711957"/>
              <a:gd name="connsiteY2" fmla="*/ 1004355 h 1004355"/>
              <a:gd name="connsiteX3" fmla="*/ 0 w 4711957"/>
              <a:gd name="connsiteY3" fmla="*/ 1004355 h 1004355"/>
              <a:gd name="connsiteX4" fmla="*/ 0 w 4711957"/>
              <a:gd name="connsiteY4" fmla="*/ 404 h 1004355"/>
              <a:gd name="connsiteX0" fmla="*/ 32562 w 4711957"/>
              <a:gd name="connsiteY0" fmla="*/ 1004107 h 1004355"/>
              <a:gd name="connsiteX1" fmla="*/ 32225 w 4711957"/>
              <a:gd name="connsiteY1" fmla="*/ 0 h 1004355"/>
              <a:gd name="connsiteX0" fmla="*/ 4720 w 4716677"/>
              <a:gd name="connsiteY0" fmla="*/ 404 h 1004355"/>
              <a:gd name="connsiteX1" fmla="*/ 4716677 w 4716677"/>
              <a:gd name="connsiteY1" fmla="*/ 404 h 1004355"/>
              <a:gd name="connsiteX2" fmla="*/ 4716677 w 4716677"/>
              <a:gd name="connsiteY2" fmla="*/ 1004355 h 1004355"/>
              <a:gd name="connsiteX3" fmla="*/ 4720 w 4716677"/>
              <a:gd name="connsiteY3" fmla="*/ 1004355 h 1004355"/>
              <a:gd name="connsiteX4" fmla="*/ 4720 w 4716677"/>
              <a:gd name="connsiteY4" fmla="*/ 404 h 1004355"/>
              <a:gd name="connsiteX0" fmla="*/ 37282 w 4716677"/>
              <a:gd name="connsiteY0" fmla="*/ 1004107 h 1004355"/>
              <a:gd name="connsiteX1" fmla="*/ 0 w 4716677"/>
              <a:gd name="connsiteY1" fmla="*/ 0 h 1004355"/>
              <a:gd name="connsiteX0" fmla="*/ 13620 w 4725577"/>
              <a:gd name="connsiteY0" fmla="*/ 404 h 1013343"/>
              <a:gd name="connsiteX1" fmla="*/ 4725577 w 4725577"/>
              <a:gd name="connsiteY1" fmla="*/ 404 h 1013343"/>
              <a:gd name="connsiteX2" fmla="*/ 4725577 w 4725577"/>
              <a:gd name="connsiteY2" fmla="*/ 1004355 h 1013343"/>
              <a:gd name="connsiteX3" fmla="*/ 13620 w 4725577"/>
              <a:gd name="connsiteY3" fmla="*/ 1004355 h 1013343"/>
              <a:gd name="connsiteX4" fmla="*/ 13620 w 4725577"/>
              <a:gd name="connsiteY4" fmla="*/ 404 h 1013343"/>
              <a:gd name="connsiteX0" fmla="*/ 0 w 4725577"/>
              <a:gd name="connsiteY0" fmla="*/ 1013343 h 1013343"/>
              <a:gd name="connsiteX1" fmla="*/ 8900 w 4725577"/>
              <a:gd name="connsiteY1" fmla="*/ 0 h 1013343"/>
              <a:gd name="connsiteX0" fmla="*/ 245338 w 4957295"/>
              <a:gd name="connsiteY0" fmla="*/ 404 h 1013343"/>
              <a:gd name="connsiteX1" fmla="*/ 4957295 w 4957295"/>
              <a:gd name="connsiteY1" fmla="*/ 404 h 1013343"/>
              <a:gd name="connsiteX2" fmla="*/ 4957295 w 4957295"/>
              <a:gd name="connsiteY2" fmla="*/ 1004355 h 1013343"/>
              <a:gd name="connsiteX3" fmla="*/ 245338 w 4957295"/>
              <a:gd name="connsiteY3" fmla="*/ 1004355 h 1013343"/>
              <a:gd name="connsiteX4" fmla="*/ 245338 w 4957295"/>
              <a:gd name="connsiteY4" fmla="*/ 404 h 1013343"/>
              <a:gd name="connsiteX0" fmla="*/ 231718 w 4957295"/>
              <a:gd name="connsiteY0" fmla="*/ 1013343 h 1013343"/>
              <a:gd name="connsiteX1" fmla="*/ 240618 w 4957295"/>
              <a:gd name="connsiteY1" fmla="*/ 0 h 1013343"/>
              <a:gd name="connsiteX0" fmla="*/ 413840 w 5125797"/>
              <a:gd name="connsiteY0" fmla="*/ 404 h 1327379"/>
              <a:gd name="connsiteX1" fmla="*/ 5125797 w 5125797"/>
              <a:gd name="connsiteY1" fmla="*/ 404 h 1327379"/>
              <a:gd name="connsiteX2" fmla="*/ 5125797 w 5125797"/>
              <a:gd name="connsiteY2" fmla="*/ 1004355 h 1327379"/>
              <a:gd name="connsiteX3" fmla="*/ 413840 w 5125797"/>
              <a:gd name="connsiteY3" fmla="*/ 1004355 h 1327379"/>
              <a:gd name="connsiteX4" fmla="*/ 413840 w 5125797"/>
              <a:gd name="connsiteY4" fmla="*/ 404 h 1327379"/>
              <a:gd name="connsiteX0" fmla="*/ 187784 w 5125797"/>
              <a:gd name="connsiteY0" fmla="*/ 1327379 h 1327379"/>
              <a:gd name="connsiteX1" fmla="*/ 409120 w 5125797"/>
              <a:gd name="connsiteY1" fmla="*/ 0 h 1327379"/>
              <a:gd name="connsiteX0" fmla="*/ 499775 w 5211732"/>
              <a:gd name="connsiteY0" fmla="*/ 404 h 1004355"/>
              <a:gd name="connsiteX1" fmla="*/ 5211732 w 5211732"/>
              <a:gd name="connsiteY1" fmla="*/ 404 h 1004355"/>
              <a:gd name="connsiteX2" fmla="*/ 5211732 w 5211732"/>
              <a:gd name="connsiteY2" fmla="*/ 1004355 h 1004355"/>
              <a:gd name="connsiteX3" fmla="*/ 499775 w 5211732"/>
              <a:gd name="connsiteY3" fmla="*/ 1004355 h 1004355"/>
              <a:gd name="connsiteX4" fmla="*/ 499775 w 5211732"/>
              <a:gd name="connsiteY4" fmla="*/ 404 h 1004355"/>
              <a:gd name="connsiteX0" fmla="*/ 172119 w 5211732"/>
              <a:gd name="connsiteY0" fmla="*/ 791670 h 1004355"/>
              <a:gd name="connsiteX1" fmla="*/ 495055 w 5211732"/>
              <a:gd name="connsiteY1" fmla="*/ 0 h 1004355"/>
              <a:gd name="connsiteX0" fmla="*/ 499775 w 5211732"/>
              <a:gd name="connsiteY0" fmla="*/ 404 h 1004355"/>
              <a:gd name="connsiteX1" fmla="*/ 5211732 w 5211732"/>
              <a:gd name="connsiteY1" fmla="*/ 404 h 1004355"/>
              <a:gd name="connsiteX2" fmla="*/ 5211732 w 5211732"/>
              <a:gd name="connsiteY2" fmla="*/ 1004355 h 1004355"/>
              <a:gd name="connsiteX3" fmla="*/ 499775 w 5211732"/>
              <a:gd name="connsiteY3" fmla="*/ 1004355 h 1004355"/>
              <a:gd name="connsiteX4" fmla="*/ 499775 w 5211732"/>
              <a:gd name="connsiteY4" fmla="*/ 404 h 1004355"/>
              <a:gd name="connsiteX0" fmla="*/ 172119 w 5211732"/>
              <a:gd name="connsiteY0" fmla="*/ 791670 h 1004355"/>
              <a:gd name="connsiteX1" fmla="*/ 495055 w 5211732"/>
              <a:gd name="connsiteY1" fmla="*/ 0 h 1004355"/>
              <a:gd name="connsiteX2" fmla="*/ 172119 w 5211732"/>
              <a:gd name="connsiteY2" fmla="*/ 791670 h 1004355"/>
              <a:gd name="connsiteX0" fmla="*/ 499775 w 5211732"/>
              <a:gd name="connsiteY0" fmla="*/ 404 h 1004355"/>
              <a:gd name="connsiteX1" fmla="*/ 5211732 w 5211732"/>
              <a:gd name="connsiteY1" fmla="*/ 404 h 1004355"/>
              <a:gd name="connsiteX2" fmla="*/ 5211732 w 5211732"/>
              <a:gd name="connsiteY2" fmla="*/ 1004355 h 1004355"/>
              <a:gd name="connsiteX3" fmla="*/ 499775 w 5211732"/>
              <a:gd name="connsiteY3" fmla="*/ 1004355 h 1004355"/>
              <a:gd name="connsiteX4" fmla="*/ 499775 w 5211732"/>
              <a:gd name="connsiteY4" fmla="*/ 404 h 1004355"/>
              <a:gd name="connsiteX0" fmla="*/ 172119 w 5211732"/>
              <a:gd name="connsiteY0" fmla="*/ 791670 h 1004355"/>
              <a:gd name="connsiteX1" fmla="*/ 495055 w 5211732"/>
              <a:gd name="connsiteY1" fmla="*/ 0 h 1004355"/>
              <a:gd name="connsiteX2" fmla="*/ 263559 w 5211732"/>
              <a:gd name="connsiteY2" fmla="*/ 883110 h 1004355"/>
              <a:gd name="connsiteX0" fmla="*/ 499775 w 5211732"/>
              <a:gd name="connsiteY0" fmla="*/ 404 h 1004355"/>
              <a:gd name="connsiteX1" fmla="*/ 5211732 w 5211732"/>
              <a:gd name="connsiteY1" fmla="*/ 404 h 1004355"/>
              <a:gd name="connsiteX2" fmla="*/ 5211732 w 5211732"/>
              <a:gd name="connsiteY2" fmla="*/ 1004355 h 1004355"/>
              <a:gd name="connsiteX3" fmla="*/ 499775 w 5211732"/>
              <a:gd name="connsiteY3" fmla="*/ 1004355 h 1004355"/>
              <a:gd name="connsiteX4" fmla="*/ 499775 w 5211732"/>
              <a:gd name="connsiteY4" fmla="*/ 404 h 1004355"/>
              <a:gd name="connsiteX0" fmla="*/ 172119 w 5211732"/>
              <a:gd name="connsiteY0" fmla="*/ 791670 h 1004355"/>
              <a:gd name="connsiteX1" fmla="*/ 495055 w 5211732"/>
              <a:gd name="connsiteY1" fmla="*/ 0 h 1004355"/>
              <a:gd name="connsiteX0" fmla="*/ 390905 w 5102862"/>
              <a:gd name="connsiteY0" fmla="*/ 347253 h 1351204"/>
              <a:gd name="connsiteX1" fmla="*/ 5102862 w 5102862"/>
              <a:gd name="connsiteY1" fmla="*/ 347253 h 1351204"/>
              <a:gd name="connsiteX2" fmla="*/ 5102862 w 5102862"/>
              <a:gd name="connsiteY2" fmla="*/ 1351204 h 1351204"/>
              <a:gd name="connsiteX3" fmla="*/ 390905 w 5102862"/>
              <a:gd name="connsiteY3" fmla="*/ 1351204 h 1351204"/>
              <a:gd name="connsiteX4" fmla="*/ 390905 w 5102862"/>
              <a:gd name="connsiteY4" fmla="*/ 347253 h 1351204"/>
              <a:gd name="connsiteX0" fmla="*/ 192558 w 5102862"/>
              <a:gd name="connsiteY0" fmla="*/ 94809 h 1351204"/>
              <a:gd name="connsiteX1" fmla="*/ 386185 w 5102862"/>
              <a:gd name="connsiteY1" fmla="*/ 346849 h 1351204"/>
              <a:gd name="connsiteX0" fmla="*/ 211513 w 4923470"/>
              <a:gd name="connsiteY0" fmla="*/ 404 h 1004355"/>
              <a:gd name="connsiteX1" fmla="*/ 4923470 w 4923470"/>
              <a:gd name="connsiteY1" fmla="*/ 404 h 1004355"/>
              <a:gd name="connsiteX2" fmla="*/ 4923470 w 4923470"/>
              <a:gd name="connsiteY2" fmla="*/ 1004355 h 1004355"/>
              <a:gd name="connsiteX3" fmla="*/ 211513 w 4923470"/>
              <a:gd name="connsiteY3" fmla="*/ 1004355 h 1004355"/>
              <a:gd name="connsiteX4" fmla="*/ 211513 w 4923470"/>
              <a:gd name="connsiteY4" fmla="*/ 404 h 1004355"/>
              <a:gd name="connsiteX0" fmla="*/ 244075 w 4923470"/>
              <a:gd name="connsiteY0" fmla="*/ 994869 h 1004355"/>
              <a:gd name="connsiteX1" fmla="*/ 206793 w 4923470"/>
              <a:gd name="connsiteY1" fmla="*/ 0 h 1004355"/>
              <a:gd name="connsiteX0" fmla="*/ 390905 w 5102862"/>
              <a:gd name="connsiteY0" fmla="*/ 404 h 1004355"/>
              <a:gd name="connsiteX1" fmla="*/ 5102862 w 5102862"/>
              <a:gd name="connsiteY1" fmla="*/ 404 h 1004355"/>
              <a:gd name="connsiteX2" fmla="*/ 5102862 w 5102862"/>
              <a:gd name="connsiteY2" fmla="*/ 1004355 h 1004355"/>
              <a:gd name="connsiteX3" fmla="*/ 390905 w 5102862"/>
              <a:gd name="connsiteY3" fmla="*/ 1004355 h 1004355"/>
              <a:gd name="connsiteX4" fmla="*/ 390905 w 5102862"/>
              <a:gd name="connsiteY4" fmla="*/ 404 h 1004355"/>
              <a:gd name="connsiteX0" fmla="*/ 192557 w 5102862"/>
              <a:gd name="connsiteY0" fmla="*/ 893269 h 1004355"/>
              <a:gd name="connsiteX1" fmla="*/ 386185 w 5102862"/>
              <a:gd name="connsiteY1" fmla="*/ 0 h 1004355"/>
              <a:gd name="connsiteX0" fmla="*/ 390905 w 5102862"/>
              <a:gd name="connsiteY0" fmla="*/ 404 h 1004355"/>
              <a:gd name="connsiteX1" fmla="*/ 5102862 w 5102862"/>
              <a:gd name="connsiteY1" fmla="*/ 404 h 1004355"/>
              <a:gd name="connsiteX2" fmla="*/ 5102862 w 5102862"/>
              <a:gd name="connsiteY2" fmla="*/ 1004355 h 1004355"/>
              <a:gd name="connsiteX3" fmla="*/ 390905 w 5102862"/>
              <a:gd name="connsiteY3" fmla="*/ 1004355 h 1004355"/>
              <a:gd name="connsiteX4" fmla="*/ 390905 w 5102862"/>
              <a:gd name="connsiteY4" fmla="*/ 404 h 1004355"/>
              <a:gd name="connsiteX0" fmla="*/ 192557 w 5102862"/>
              <a:gd name="connsiteY0" fmla="*/ 893269 h 1004355"/>
              <a:gd name="connsiteX1" fmla="*/ 386185 w 5102862"/>
              <a:gd name="connsiteY1" fmla="*/ 0 h 1004355"/>
              <a:gd name="connsiteX2" fmla="*/ 192557 w 5102862"/>
              <a:gd name="connsiteY2" fmla="*/ 893269 h 1004355"/>
              <a:gd name="connsiteX0" fmla="*/ 106908 w 4818865"/>
              <a:gd name="connsiteY0" fmla="*/ 404 h 1004355"/>
              <a:gd name="connsiteX1" fmla="*/ 4818865 w 4818865"/>
              <a:gd name="connsiteY1" fmla="*/ 404 h 1004355"/>
              <a:gd name="connsiteX2" fmla="*/ 4818865 w 4818865"/>
              <a:gd name="connsiteY2" fmla="*/ 1004355 h 1004355"/>
              <a:gd name="connsiteX3" fmla="*/ 106908 w 4818865"/>
              <a:gd name="connsiteY3" fmla="*/ 1004355 h 1004355"/>
              <a:gd name="connsiteX4" fmla="*/ 106908 w 4818865"/>
              <a:gd name="connsiteY4" fmla="*/ 404 h 1004355"/>
              <a:gd name="connsiteX0" fmla="*/ 102188 w 4818865"/>
              <a:gd name="connsiteY0" fmla="*/ 0 h 1004355"/>
              <a:gd name="connsiteX1" fmla="*/ 0 w 4818865"/>
              <a:gd name="connsiteY1" fmla="*/ 984709 h 1004355"/>
              <a:gd name="connsiteX0" fmla="*/ 106908 w 4818865"/>
              <a:gd name="connsiteY0" fmla="*/ 404 h 1004355"/>
              <a:gd name="connsiteX1" fmla="*/ 4818865 w 4818865"/>
              <a:gd name="connsiteY1" fmla="*/ 404 h 1004355"/>
              <a:gd name="connsiteX2" fmla="*/ 4818865 w 4818865"/>
              <a:gd name="connsiteY2" fmla="*/ 1004355 h 1004355"/>
              <a:gd name="connsiteX3" fmla="*/ 106908 w 4818865"/>
              <a:gd name="connsiteY3" fmla="*/ 1004355 h 1004355"/>
              <a:gd name="connsiteX4" fmla="*/ 106908 w 4818865"/>
              <a:gd name="connsiteY4" fmla="*/ 404 h 1004355"/>
              <a:gd name="connsiteX0" fmla="*/ 102188 w 4818865"/>
              <a:gd name="connsiteY0" fmla="*/ 0 h 1004355"/>
              <a:gd name="connsiteX1" fmla="*/ 0 w 4818865"/>
              <a:gd name="connsiteY1" fmla="*/ 910818 h 1004355"/>
              <a:gd name="connsiteX0" fmla="*/ 106908 w 4818865"/>
              <a:gd name="connsiteY0" fmla="*/ 404 h 1004355"/>
              <a:gd name="connsiteX1" fmla="*/ 4818865 w 4818865"/>
              <a:gd name="connsiteY1" fmla="*/ 404 h 1004355"/>
              <a:gd name="connsiteX2" fmla="*/ 4818865 w 4818865"/>
              <a:gd name="connsiteY2" fmla="*/ 1004355 h 1004355"/>
              <a:gd name="connsiteX3" fmla="*/ 106908 w 4818865"/>
              <a:gd name="connsiteY3" fmla="*/ 1004355 h 1004355"/>
              <a:gd name="connsiteX4" fmla="*/ 106908 w 4818865"/>
              <a:gd name="connsiteY4" fmla="*/ 404 h 1004355"/>
              <a:gd name="connsiteX0" fmla="*/ 102188 w 4818865"/>
              <a:gd name="connsiteY0" fmla="*/ 0 h 1004355"/>
              <a:gd name="connsiteX1" fmla="*/ 0 w 4818865"/>
              <a:gd name="connsiteY1" fmla="*/ 910818 h 1004355"/>
              <a:gd name="connsiteX0" fmla="*/ 29405 w 4741362"/>
              <a:gd name="connsiteY0" fmla="*/ 404 h 1004355"/>
              <a:gd name="connsiteX1" fmla="*/ 4741362 w 4741362"/>
              <a:gd name="connsiteY1" fmla="*/ 404 h 1004355"/>
              <a:gd name="connsiteX2" fmla="*/ 4741362 w 4741362"/>
              <a:gd name="connsiteY2" fmla="*/ 1004355 h 1004355"/>
              <a:gd name="connsiteX3" fmla="*/ 29405 w 4741362"/>
              <a:gd name="connsiteY3" fmla="*/ 1004355 h 1004355"/>
              <a:gd name="connsiteX4" fmla="*/ 29405 w 4741362"/>
              <a:gd name="connsiteY4" fmla="*/ 404 h 1004355"/>
              <a:gd name="connsiteX0" fmla="*/ 24685 w 4741362"/>
              <a:gd name="connsiteY0" fmla="*/ 0 h 1004355"/>
              <a:gd name="connsiteX1" fmla="*/ 42570 w 4741362"/>
              <a:gd name="connsiteY1" fmla="*/ 984709 h 1004355"/>
              <a:gd name="connsiteX0" fmla="*/ 694847 w 5406804"/>
              <a:gd name="connsiteY0" fmla="*/ 404 h 1004355"/>
              <a:gd name="connsiteX1" fmla="*/ 5406804 w 5406804"/>
              <a:gd name="connsiteY1" fmla="*/ 404 h 1004355"/>
              <a:gd name="connsiteX2" fmla="*/ 5406804 w 5406804"/>
              <a:gd name="connsiteY2" fmla="*/ 1004355 h 1004355"/>
              <a:gd name="connsiteX3" fmla="*/ 694847 w 5406804"/>
              <a:gd name="connsiteY3" fmla="*/ 1004355 h 1004355"/>
              <a:gd name="connsiteX4" fmla="*/ 694847 w 5406804"/>
              <a:gd name="connsiteY4" fmla="*/ 404 h 1004355"/>
              <a:gd name="connsiteX0" fmla="*/ 690127 w 5406804"/>
              <a:gd name="connsiteY0" fmla="*/ 0 h 1004355"/>
              <a:gd name="connsiteX1" fmla="*/ 0 w 5406804"/>
              <a:gd name="connsiteY1" fmla="*/ 973951 h 1004355"/>
              <a:gd name="connsiteX0" fmla="*/ 694847 w 5406804"/>
              <a:gd name="connsiteY0" fmla="*/ 404 h 1004355"/>
              <a:gd name="connsiteX1" fmla="*/ 5406804 w 5406804"/>
              <a:gd name="connsiteY1" fmla="*/ 404 h 1004355"/>
              <a:gd name="connsiteX2" fmla="*/ 5406804 w 5406804"/>
              <a:gd name="connsiteY2" fmla="*/ 1004355 h 1004355"/>
              <a:gd name="connsiteX3" fmla="*/ 694847 w 5406804"/>
              <a:gd name="connsiteY3" fmla="*/ 1004355 h 1004355"/>
              <a:gd name="connsiteX4" fmla="*/ 694847 w 5406804"/>
              <a:gd name="connsiteY4" fmla="*/ 404 h 1004355"/>
              <a:gd name="connsiteX0" fmla="*/ 690127 w 5406804"/>
              <a:gd name="connsiteY0" fmla="*/ 0 h 1004355"/>
              <a:gd name="connsiteX1" fmla="*/ 0 w 5406804"/>
              <a:gd name="connsiteY1" fmla="*/ 59652 h 1004355"/>
              <a:gd name="connsiteX0" fmla="*/ 694847 w 5406804"/>
              <a:gd name="connsiteY0" fmla="*/ 404 h 1004355"/>
              <a:gd name="connsiteX1" fmla="*/ 5406804 w 5406804"/>
              <a:gd name="connsiteY1" fmla="*/ 404 h 1004355"/>
              <a:gd name="connsiteX2" fmla="*/ 5406804 w 5406804"/>
              <a:gd name="connsiteY2" fmla="*/ 1004355 h 1004355"/>
              <a:gd name="connsiteX3" fmla="*/ 694847 w 5406804"/>
              <a:gd name="connsiteY3" fmla="*/ 1004355 h 1004355"/>
              <a:gd name="connsiteX4" fmla="*/ 694847 w 5406804"/>
              <a:gd name="connsiteY4" fmla="*/ 404 h 1004355"/>
              <a:gd name="connsiteX0" fmla="*/ 690127 w 5406804"/>
              <a:gd name="connsiteY0" fmla="*/ 0 h 1004355"/>
              <a:gd name="connsiteX1" fmla="*/ 0 w 5406804"/>
              <a:gd name="connsiteY1" fmla="*/ 59652 h 1004355"/>
              <a:gd name="connsiteX0" fmla="*/ 201165 w 4913122"/>
              <a:gd name="connsiteY0" fmla="*/ 404 h 1070760"/>
              <a:gd name="connsiteX1" fmla="*/ 4913122 w 4913122"/>
              <a:gd name="connsiteY1" fmla="*/ 404 h 1070760"/>
              <a:gd name="connsiteX2" fmla="*/ 4913122 w 4913122"/>
              <a:gd name="connsiteY2" fmla="*/ 1004355 h 1070760"/>
              <a:gd name="connsiteX3" fmla="*/ 201165 w 4913122"/>
              <a:gd name="connsiteY3" fmla="*/ 1004355 h 1070760"/>
              <a:gd name="connsiteX4" fmla="*/ 201165 w 4913122"/>
              <a:gd name="connsiteY4" fmla="*/ 404 h 1070760"/>
              <a:gd name="connsiteX0" fmla="*/ 196445 w 4913122"/>
              <a:gd name="connsiteY0" fmla="*/ 0 h 1070760"/>
              <a:gd name="connsiteX1" fmla="*/ 0 w 4913122"/>
              <a:gd name="connsiteY1" fmla="*/ 1070760 h 1070760"/>
              <a:gd name="connsiteX0" fmla="*/ 4720 w 4716677"/>
              <a:gd name="connsiteY0" fmla="*/ 404 h 1007255"/>
              <a:gd name="connsiteX1" fmla="*/ 4716677 w 4716677"/>
              <a:gd name="connsiteY1" fmla="*/ 404 h 1007255"/>
              <a:gd name="connsiteX2" fmla="*/ 4716677 w 4716677"/>
              <a:gd name="connsiteY2" fmla="*/ 1004355 h 1007255"/>
              <a:gd name="connsiteX3" fmla="*/ 4720 w 4716677"/>
              <a:gd name="connsiteY3" fmla="*/ 1004355 h 1007255"/>
              <a:gd name="connsiteX4" fmla="*/ 4720 w 4716677"/>
              <a:gd name="connsiteY4" fmla="*/ 404 h 1007255"/>
              <a:gd name="connsiteX0" fmla="*/ 0 w 4716677"/>
              <a:gd name="connsiteY0" fmla="*/ 0 h 1007255"/>
              <a:gd name="connsiteX1" fmla="*/ 13622 w 4716677"/>
              <a:gd name="connsiteY1" fmla="*/ 1007255 h 100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16677" h="1007255" extrusionOk="0">
                <a:moveTo>
                  <a:pt x="4720" y="404"/>
                </a:moveTo>
                <a:lnTo>
                  <a:pt x="4716677" y="404"/>
                </a:lnTo>
                <a:lnTo>
                  <a:pt x="4716677" y="1004355"/>
                </a:lnTo>
                <a:lnTo>
                  <a:pt x="4720" y="1004355"/>
                </a:lnTo>
                <a:lnTo>
                  <a:pt x="4720" y="404"/>
                </a:lnTo>
                <a:close/>
              </a:path>
              <a:path w="4716677" h="1007255" fill="none" extrusionOk="0">
                <a:moveTo>
                  <a:pt x="0" y="0"/>
                </a:moveTo>
                <a:lnTo>
                  <a:pt x="13622" y="1007255"/>
                </a:lnTo>
              </a:path>
            </a:pathLst>
          </a:cu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285750" lvl="0" indent="-285750" defTabSz="536312" latinLnBrk="0">
              <a:buFont typeface="Wingdings" panose="05000000000000000000" pitchFamily="2" charset="2"/>
              <a:buChar char="§"/>
            </a:pP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본문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20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p,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진하게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014099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285750" lvl="0" indent="-285750" defTabSz="536312" latinLnBrk="0">
              <a:buFont typeface="Wingdings" panose="05000000000000000000" pitchFamily="2" charset="2"/>
              <a:buChar char="§"/>
            </a:pP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글머리표 변경 금지</a:t>
            </a:r>
            <a:endParaRPr kumimoji="0" lang="en-US" altLang="ko-KR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7215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</a:t>
            </a:r>
            <a:r>
              <a:rPr lang="en-US" altLang="ko-KR" dirty="0"/>
              <a:t>/</a:t>
            </a:r>
            <a:r>
              <a:rPr lang="ko-KR" altLang="en-US" dirty="0"/>
              <a:t>응답</a:t>
            </a:r>
            <a:endParaRPr lang="en-US" dirty="0"/>
          </a:p>
        </p:txBody>
      </p:sp>
      <p:sp>
        <p:nvSpPr>
          <p:cNvPr id="169" name="제목 1"/>
          <p:cNvSpPr txBox="1">
            <a:spLocks/>
          </p:cNvSpPr>
          <p:nvPr/>
        </p:nvSpPr>
        <p:spPr>
          <a:xfrm>
            <a:off x="2152650" y="276622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2400" b="1" kern="1200" spc="-100" baseline="0">
                <a:solidFill>
                  <a:srgbClr val="00B0F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 dirty="0"/>
              <a:t>Q &amp; A</a:t>
            </a:r>
            <a:endParaRPr lang="ko-KR" altLang="en-US" sz="5400" dirty="0"/>
          </a:p>
        </p:txBody>
      </p:sp>
      <p:sp>
        <p:nvSpPr>
          <p:cNvPr id="5" name="설명선: 굽은 선 6">
            <a:extLst>
              <a:ext uri="{FF2B5EF4-FFF2-40B4-BE49-F238E27FC236}">
                <a16:creationId xmlns:a16="http://schemas.microsoft.com/office/drawing/2014/main" id="{A8C7FBD1-7D72-4E61-83F4-965EC696A4AE}"/>
              </a:ext>
            </a:extLst>
          </p:cNvPr>
          <p:cNvSpPr/>
          <p:nvPr/>
        </p:nvSpPr>
        <p:spPr>
          <a:xfrm>
            <a:off x="6312024" y="1916832"/>
            <a:ext cx="4248472" cy="720080"/>
          </a:xfrm>
          <a:prstGeom prst="borderCallout2">
            <a:avLst>
              <a:gd name="adj1" fmla="val 52426"/>
              <a:gd name="adj2" fmla="val 195"/>
              <a:gd name="adj3" fmla="val 51601"/>
              <a:gd name="adj4" fmla="val -14625"/>
              <a:gd name="adj5" fmla="val 135069"/>
              <a:gd name="adj6" fmla="val -14480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lvl="0" algn="ctr" defTabSz="536312" latinLnBrk="0"/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맑은 고딕 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(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제목</a:t>
            </a: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), 54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p,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진하게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en-US" b="1" i="0" u="none" strike="noStrike" kern="0" cap="none" spc="-55" normalizeH="0" baseline="0" noProof="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연한파랑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5262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64808" y="2758199"/>
            <a:ext cx="3163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IB_K820Medium" panose="02020603020101020101" pitchFamily="18" charset="-127"/>
                <a:ea typeface="IB_K820Medium" panose="02020603020101020101" pitchFamily="18" charset="-127"/>
              </a:rPr>
              <a:t>TEXT</a:t>
            </a:r>
            <a:endParaRPr lang="ko-KR" altLang="en-US" sz="3200" b="1">
              <a:solidFill>
                <a:schemeClr val="bg1"/>
              </a:solidFill>
              <a:latin typeface="IB_K820Medium" panose="02020603020101020101" pitchFamily="18" charset="-127"/>
              <a:ea typeface="IB_K820Medium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2040364"/>
            <a:ext cx="4140200" cy="2169975"/>
          </a:xfrm>
          <a:prstGeom prst="rect">
            <a:avLst/>
          </a:prstGeom>
          <a:pattFill prst="ltUpDiag">
            <a:fgClr>
              <a:srgbClr val="00569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011052" y="2040364"/>
            <a:ext cx="4180948" cy="2169975"/>
          </a:xfrm>
          <a:prstGeom prst="rect">
            <a:avLst/>
          </a:prstGeom>
          <a:pattFill prst="ltUpDiag">
            <a:fgClr>
              <a:srgbClr val="005696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537084" y="2445097"/>
            <a:ext cx="50770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THANK</a:t>
            </a:r>
          </a:p>
          <a:p>
            <a:pPr algn="ctr"/>
            <a:r>
              <a:rPr lang="en-US" altLang="ko-KR" sz="44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YOU</a:t>
            </a:r>
            <a:endParaRPr lang="ko-KR" altLang="en-US" sz="44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4236744" y="4121630"/>
            <a:ext cx="3624994" cy="88709"/>
            <a:chOff x="2712744" y="3972099"/>
            <a:chExt cx="2788173" cy="88711"/>
          </a:xfrm>
        </p:grpSpPr>
        <p:sp>
          <p:nvSpPr>
            <p:cNvPr id="8" name="직사각형 7"/>
            <p:cNvSpPr/>
            <p:nvPr/>
          </p:nvSpPr>
          <p:spPr>
            <a:xfrm flipV="1">
              <a:off x="2712744" y="3972099"/>
              <a:ext cx="929391" cy="8871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flipV="1">
              <a:off x="3642135" y="3972099"/>
              <a:ext cx="929391" cy="8871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flipV="1">
              <a:off x="4571526" y="3972099"/>
              <a:ext cx="929391" cy="8871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4236744" y="2040362"/>
            <a:ext cx="3624994" cy="88709"/>
            <a:chOff x="2712744" y="3972099"/>
            <a:chExt cx="2788173" cy="88711"/>
          </a:xfrm>
        </p:grpSpPr>
        <p:sp>
          <p:nvSpPr>
            <p:cNvPr id="12" name="직사각형 11"/>
            <p:cNvSpPr/>
            <p:nvPr/>
          </p:nvSpPr>
          <p:spPr>
            <a:xfrm flipV="1">
              <a:off x="2712744" y="3972099"/>
              <a:ext cx="929391" cy="8871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flipV="1">
              <a:off x="3642135" y="3972099"/>
              <a:ext cx="929391" cy="8871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flipV="1">
              <a:off x="4571526" y="3972099"/>
              <a:ext cx="929391" cy="8871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/>
          <p:cNvGrpSpPr>
            <a:grpSpLocks noChangeAspect="1"/>
          </p:cNvGrpSpPr>
          <p:nvPr/>
        </p:nvGrpSpPr>
        <p:grpSpPr>
          <a:xfrm>
            <a:off x="4562388" y="4797159"/>
            <a:ext cx="2973772" cy="637225"/>
            <a:chOff x="6508119" y="5949285"/>
            <a:chExt cx="2478137" cy="53102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119" y="5949285"/>
              <a:ext cx="2374313" cy="227813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6754008" y="6146880"/>
              <a:ext cx="2232248" cy="333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spc="600" dirty="0">
                  <a:solidFill>
                    <a:srgbClr val="014B9D"/>
                  </a:solidFill>
                  <a:latin typeface="HY수평선M" panose="02030600000101010101" pitchFamily="18" charset="-127"/>
                  <a:ea typeface="HY수평선M" panose="02030600000101010101" pitchFamily="18" charset="-127"/>
                </a:rPr>
                <a:t>인재개발원</a:t>
              </a:r>
              <a:endParaRPr lang="ko-KR" altLang="en-US" sz="1600" b="1" spc="600" dirty="0">
                <a:solidFill>
                  <a:srgbClr val="014B9D"/>
                </a:solidFill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</p:txBody>
        </p:sp>
      </p:grpSp>
      <p:sp>
        <p:nvSpPr>
          <p:cNvPr id="18" name="설명선: 굽은 선 4">
            <a:extLst>
              <a:ext uri="{FF2B5EF4-FFF2-40B4-BE49-F238E27FC236}">
                <a16:creationId xmlns:a16="http://schemas.microsoft.com/office/drawing/2014/main" id="{BC06109D-51BE-421C-9B02-1EC87417BE63}"/>
              </a:ext>
            </a:extLst>
          </p:cNvPr>
          <p:cNvSpPr/>
          <p:nvPr/>
        </p:nvSpPr>
        <p:spPr>
          <a:xfrm>
            <a:off x="6892572" y="1037518"/>
            <a:ext cx="4320480" cy="684152"/>
          </a:xfrm>
          <a:prstGeom prst="borderCallout2">
            <a:avLst>
              <a:gd name="adj1" fmla="val 46851"/>
              <a:gd name="adj2" fmla="val -24"/>
              <a:gd name="adj3" fmla="val 46876"/>
              <a:gd name="adj4" fmla="val -13928"/>
              <a:gd name="adj5" fmla="val 216501"/>
              <a:gd name="adj6" fmla="val -25321"/>
            </a:avLst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5363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HY</a:t>
            </a:r>
            <a:r>
              <a:rPr lang="ko-KR" altLang="en-US" b="1" kern="0" spc="-55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latin typeface="Calibri"/>
                <a:cs typeface="맑은 고딕 Semilight" panose="020B0502040204020203" pitchFamily="50" charset="-127"/>
              </a:rPr>
              <a:t>견고딕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44p, </a:t>
            </a:r>
            <a:r>
              <a:rPr kumimoji="0" lang="ko-KR" altLang="en-US" b="1" i="0" u="none" strike="noStrike" kern="0" cap="none" spc="-55" normalizeH="0" baseline="0" noProof="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진한파랑</a:t>
            </a:r>
            <a:r>
              <a:rPr kumimoji="0" lang="en-US" altLang="ko-KR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en-US" b="1" i="0" u="none" strike="noStrike" kern="0" cap="none" spc="-55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014099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진하게</a:t>
            </a:r>
            <a:endParaRPr kumimoji="0" lang="en-US" altLang="ko-KR" b="1" i="0" u="none" strike="noStrike" kern="0" cap="none" spc="-55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9984194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79646">
            <a:lumMod val="20000"/>
            <a:lumOff val="80000"/>
          </a:srgbClr>
        </a:solidFill>
        <a:ln w="25400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536312" latinLnBrk="0">
          <a:defRPr b="1" kern="0" spc="-55" dirty="0">
            <a:ln>
              <a:solidFill>
                <a:srgbClr val="4F81BD">
                  <a:shade val="50000"/>
                  <a:alpha val="0"/>
                </a:srgbClr>
              </a:solidFill>
            </a:ln>
            <a:solidFill>
              <a:srgbClr val="FF0000"/>
            </a:solidFill>
            <a:latin typeface="Calibri"/>
            <a:ea typeface="맑은 고딕" panose="020B0503020000020004" pitchFamily="50" charset="-127"/>
            <a:cs typeface="맑은 고딕 Semilight" panose="020B0502040204020203" pitchFamily="50" charset="-127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테마1" id="{0C19DD8B-F7FD-4675-BDF3-FB27DB978D7D}" vid="{4B73C10D-0099-4D8D-A380-D7E0208CB62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3796</TotalTime>
  <Words>883</Words>
  <Application>Microsoft Office PowerPoint</Application>
  <PresentationFormat>와이드스크린</PresentationFormat>
  <Paragraphs>207</Paragraphs>
  <Slides>13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9" baseType="lpstr">
      <vt:lpstr>HY견고딕</vt:lpstr>
      <vt:lpstr>HY수평선M</vt:lpstr>
      <vt:lpstr>IB_K820Medium</vt:lpstr>
      <vt:lpstr>KoPubWorld돋움체_Pro Bold</vt:lpstr>
      <vt:lpstr>KoPubWorld돋움체_Pro Medium</vt:lpstr>
      <vt:lpstr>Pretendard Medium</vt:lpstr>
      <vt:lpstr>맑은 고딕</vt:lpstr>
      <vt:lpstr>맑은 고딕 Semilight</vt:lpstr>
      <vt:lpstr>한수원 한돋움</vt:lpstr>
      <vt:lpstr>한수원 한돋움 Bold</vt:lpstr>
      <vt:lpstr>한수원 한울림</vt:lpstr>
      <vt:lpstr>Arial</vt:lpstr>
      <vt:lpstr>Calibri</vt:lpstr>
      <vt:lpstr>Tahoma</vt:lpstr>
      <vt:lpstr>Wingdings</vt:lpstr>
      <vt:lpstr>테마1</vt:lpstr>
      <vt:lpstr>PowerPoint 프레젠테이션</vt:lpstr>
      <vt:lpstr>PowerPoint 프레젠테이션</vt:lpstr>
      <vt:lpstr>PowerPoint 프레젠테이션</vt:lpstr>
      <vt:lpstr>역량 체계</vt:lpstr>
      <vt:lpstr>PowerPoint 프레젠테이션</vt:lpstr>
      <vt:lpstr>PowerPoint 프레젠테이션</vt:lpstr>
      <vt:lpstr>PowerPoint 프레젠테이션</vt:lpstr>
      <vt:lpstr>원자로냉각재펌프 전동기 관성바퀴</vt:lpstr>
      <vt:lpstr>PowerPoint 프레젠테이션</vt:lpstr>
      <vt:lpstr>정리하기 – 핵심내용정리</vt:lpstr>
      <vt:lpstr>참고자료</vt:lpstr>
      <vt:lpstr>질의/응답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209</cp:revision>
  <cp:lastPrinted>2025-05-21T04:01:53Z</cp:lastPrinted>
  <dcterms:created xsi:type="dcterms:W3CDTF">2016-02-18T06:51:14Z</dcterms:created>
  <dcterms:modified xsi:type="dcterms:W3CDTF">2025-05-29T10:10:20Z</dcterms:modified>
</cp:coreProperties>
</file>